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73" r:id="rId9"/>
    <p:sldId id="274" r:id="rId10"/>
    <p:sldId id="276" r:id="rId11"/>
    <p:sldId id="277" r:id="rId12"/>
    <p:sldId id="278" r:id="rId13"/>
    <p:sldId id="275" r:id="rId14"/>
    <p:sldId id="262" r:id="rId15"/>
    <p:sldId id="263" r:id="rId16"/>
    <p:sldId id="264" r:id="rId17"/>
    <p:sldId id="265" r:id="rId18"/>
    <p:sldId id="266" r:id="rId19"/>
    <p:sldId id="268" r:id="rId20"/>
    <p:sldId id="267" r:id="rId21"/>
    <p:sldId id="269" r:id="rId22"/>
    <p:sldId id="270" r:id="rId23"/>
    <p:sldId id="271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71DD64-9D93-4029-AB68-86D87604919E}" v="38" dt="2026-03-26T10:27:43.5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nal Sharma" userId="a9ad55f3070665d1" providerId="LiveId" clId="{579CCFA8-3F5F-4A5D-80B0-D05C08670AEE}"/>
    <pc:docChg chg="undo custSel addSld delSld modSld sldOrd">
      <pc:chgData name="Kunal Sharma" userId="a9ad55f3070665d1" providerId="LiveId" clId="{579CCFA8-3F5F-4A5D-80B0-D05C08670AEE}" dt="2026-03-26T10:29:03.969" v="2916"/>
      <pc:docMkLst>
        <pc:docMk/>
      </pc:docMkLst>
      <pc:sldChg chg="delSp modSp new mod">
        <pc:chgData name="Kunal Sharma" userId="a9ad55f3070665d1" providerId="LiveId" clId="{579CCFA8-3F5F-4A5D-80B0-D05C08670AEE}" dt="2026-03-26T10:16:48.828" v="2639" actId="1076"/>
        <pc:sldMkLst>
          <pc:docMk/>
          <pc:sldMk cId="3048483890" sldId="256"/>
        </pc:sldMkLst>
        <pc:spChg chg="mod">
          <ac:chgData name="Kunal Sharma" userId="a9ad55f3070665d1" providerId="LiveId" clId="{579CCFA8-3F5F-4A5D-80B0-D05C08670AEE}" dt="2026-03-26T10:16:48.828" v="2639" actId="1076"/>
          <ac:spMkLst>
            <pc:docMk/>
            <pc:sldMk cId="3048483890" sldId="256"/>
            <ac:spMk id="2" creationId="{8E42578C-E2D1-91CA-2C9C-D52262CA9FF8}"/>
          </ac:spMkLst>
        </pc:spChg>
      </pc:sldChg>
      <pc:sldChg chg="addSp modSp new mod ord">
        <pc:chgData name="Kunal Sharma" userId="a9ad55f3070665d1" providerId="LiveId" clId="{579CCFA8-3F5F-4A5D-80B0-D05C08670AEE}" dt="2026-03-26T10:28:04.678" v="2914"/>
        <pc:sldMkLst>
          <pc:docMk/>
          <pc:sldMk cId="3019445865" sldId="257"/>
        </pc:sldMkLst>
        <pc:spChg chg="add mod">
          <ac:chgData name="Kunal Sharma" userId="a9ad55f3070665d1" providerId="LiveId" clId="{579CCFA8-3F5F-4A5D-80B0-D05C08670AEE}" dt="2026-03-22T14:09:26.520" v="142" actId="255"/>
          <ac:spMkLst>
            <pc:docMk/>
            <pc:sldMk cId="3019445865" sldId="257"/>
            <ac:spMk id="3" creationId="{F2A3147D-2704-3579-2DE4-F7C6B4648FF8}"/>
          </ac:spMkLst>
        </pc:spChg>
        <pc:spChg chg="add mod">
          <ac:chgData name="Kunal Sharma" userId="a9ad55f3070665d1" providerId="LiveId" clId="{579CCFA8-3F5F-4A5D-80B0-D05C08670AEE}" dt="2026-03-22T14:08:33.258" v="136" actId="1076"/>
          <ac:spMkLst>
            <pc:docMk/>
            <pc:sldMk cId="3019445865" sldId="257"/>
            <ac:spMk id="4" creationId="{20D821E0-836D-1813-76C4-170FCEA98F5D}"/>
          </ac:spMkLst>
        </pc:spChg>
        <pc:graphicFrameChg chg="add mod modGraphic">
          <ac:chgData name="Kunal Sharma" userId="a9ad55f3070665d1" providerId="LiveId" clId="{579CCFA8-3F5F-4A5D-80B0-D05C08670AEE}" dt="2026-03-22T14:09:15.845" v="140" actId="14100"/>
          <ac:graphicFrameMkLst>
            <pc:docMk/>
            <pc:sldMk cId="3019445865" sldId="257"/>
            <ac:graphicFrameMk id="2" creationId="{7A3954B7-5C8F-0AE1-C515-FACB377B4AC4}"/>
          </ac:graphicFrameMkLst>
        </pc:graphicFrameChg>
      </pc:sldChg>
      <pc:sldChg chg="addSp modSp new mod">
        <pc:chgData name="Kunal Sharma" userId="a9ad55f3070665d1" providerId="LiveId" clId="{579CCFA8-3F5F-4A5D-80B0-D05C08670AEE}" dt="2026-03-22T14:16:55.122" v="251" actId="1076"/>
        <pc:sldMkLst>
          <pc:docMk/>
          <pc:sldMk cId="3020740302" sldId="258"/>
        </pc:sldMkLst>
        <pc:spChg chg="add mod">
          <ac:chgData name="Kunal Sharma" userId="a9ad55f3070665d1" providerId="LiveId" clId="{579CCFA8-3F5F-4A5D-80B0-D05C08670AEE}" dt="2026-03-22T14:16:55.122" v="251" actId="1076"/>
          <ac:spMkLst>
            <pc:docMk/>
            <pc:sldMk cId="3020740302" sldId="258"/>
            <ac:spMk id="3" creationId="{A90FA320-3EF5-117B-03B6-EB3841E270FC}"/>
          </ac:spMkLst>
        </pc:spChg>
      </pc:sldChg>
      <pc:sldChg chg="addSp delSp modSp new mod">
        <pc:chgData name="Kunal Sharma" userId="a9ad55f3070665d1" providerId="LiveId" clId="{579CCFA8-3F5F-4A5D-80B0-D05C08670AEE}" dt="2026-03-22T14:26:52.549" v="531" actId="1076"/>
        <pc:sldMkLst>
          <pc:docMk/>
          <pc:sldMk cId="3829238275" sldId="259"/>
        </pc:sldMkLst>
        <pc:spChg chg="add mod">
          <ac:chgData name="Kunal Sharma" userId="a9ad55f3070665d1" providerId="LiveId" clId="{579CCFA8-3F5F-4A5D-80B0-D05C08670AEE}" dt="2026-03-22T14:26:52.549" v="531" actId="1076"/>
          <ac:spMkLst>
            <pc:docMk/>
            <pc:sldMk cId="3829238275" sldId="259"/>
            <ac:spMk id="5" creationId="{38B68C7D-3A0E-7235-B269-7099203075E1}"/>
          </ac:spMkLst>
        </pc:spChg>
      </pc:sldChg>
      <pc:sldChg chg="addSp modSp new mod">
        <pc:chgData name="Kunal Sharma" userId="a9ad55f3070665d1" providerId="LiveId" clId="{579CCFA8-3F5F-4A5D-80B0-D05C08670AEE}" dt="2026-03-26T09:35:11.306" v="2180" actId="20577"/>
        <pc:sldMkLst>
          <pc:docMk/>
          <pc:sldMk cId="41969554" sldId="260"/>
        </pc:sldMkLst>
        <pc:spChg chg="add mod">
          <ac:chgData name="Kunal Sharma" userId="a9ad55f3070665d1" providerId="LiveId" clId="{579CCFA8-3F5F-4A5D-80B0-D05C08670AEE}" dt="2026-03-26T09:35:11.306" v="2180" actId="20577"/>
          <ac:spMkLst>
            <pc:docMk/>
            <pc:sldMk cId="41969554" sldId="260"/>
            <ac:spMk id="3" creationId="{6B6F1BDF-A1EC-A51C-431D-2490FB923A15}"/>
          </ac:spMkLst>
        </pc:spChg>
        <pc:cxnChg chg="add mod">
          <ac:chgData name="Kunal Sharma" userId="a9ad55f3070665d1" providerId="LiveId" clId="{579CCFA8-3F5F-4A5D-80B0-D05C08670AEE}" dt="2026-03-22T14:32:38.787" v="781" actId="14100"/>
          <ac:cxnSpMkLst>
            <pc:docMk/>
            <pc:sldMk cId="41969554" sldId="260"/>
            <ac:cxnSpMk id="5" creationId="{701F8A16-C647-2CCB-1D73-1D5227C4FFD3}"/>
          </ac:cxnSpMkLst>
        </pc:cxnChg>
        <pc:cxnChg chg="add mod">
          <ac:chgData name="Kunal Sharma" userId="a9ad55f3070665d1" providerId="LiveId" clId="{579CCFA8-3F5F-4A5D-80B0-D05C08670AEE}" dt="2026-03-22T14:32:14.078" v="774" actId="14100"/>
          <ac:cxnSpMkLst>
            <pc:docMk/>
            <pc:sldMk cId="41969554" sldId="260"/>
            <ac:cxnSpMk id="7" creationId="{221B66B1-EB6D-F5FB-D897-A1E78509FA33}"/>
          </ac:cxnSpMkLst>
        </pc:cxnChg>
      </pc:sldChg>
      <pc:sldChg chg="addSp modSp new mod">
        <pc:chgData name="Kunal Sharma" userId="a9ad55f3070665d1" providerId="LiveId" clId="{579CCFA8-3F5F-4A5D-80B0-D05C08670AEE}" dt="2026-03-22T14:38:25.986" v="1497" actId="115"/>
        <pc:sldMkLst>
          <pc:docMk/>
          <pc:sldMk cId="4124541064" sldId="261"/>
        </pc:sldMkLst>
        <pc:spChg chg="add mod">
          <ac:chgData name="Kunal Sharma" userId="a9ad55f3070665d1" providerId="LiveId" clId="{579CCFA8-3F5F-4A5D-80B0-D05C08670AEE}" dt="2026-03-22T14:38:25.986" v="1497" actId="115"/>
          <ac:spMkLst>
            <pc:docMk/>
            <pc:sldMk cId="4124541064" sldId="261"/>
            <ac:spMk id="3" creationId="{5638063D-6809-5AFC-6A3A-FDB736A7D0F5}"/>
          </ac:spMkLst>
        </pc:spChg>
      </pc:sldChg>
      <pc:sldChg chg="addSp delSp modSp new mod">
        <pc:chgData name="Kunal Sharma" userId="a9ad55f3070665d1" providerId="LiveId" clId="{579CCFA8-3F5F-4A5D-80B0-D05C08670AEE}" dt="2026-03-26T10:26:39.348" v="2890" actId="20577"/>
        <pc:sldMkLst>
          <pc:docMk/>
          <pc:sldMk cId="4133096874" sldId="262"/>
        </pc:sldMkLst>
        <pc:spChg chg="add mod">
          <ac:chgData name="Kunal Sharma" userId="a9ad55f3070665d1" providerId="LiveId" clId="{579CCFA8-3F5F-4A5D-80B0-D05C08670AEE}" dt="2026-03-26T10:26:39.348" v="2890" actId="20577"/>
          <ac:spMkLst>
            <pc:docMk/>
            <pc:sldMk cId="4133096874" sldId="262"/>
            <ac:spMk id="3" creationId="{574365E9-6880-7AF5-A99B-26197671FFD0}"/>
          </ac:spMkLst>
        </pc:spChg>
        <pc:spChg chg="add mod">
          <ac:chgData name="Kunal Sharma" userId="a9ad55f3070665d1" providerId="LiveId" clId="{579CCFA8-3F5F-4A5D-80B0-D05C08670AEE}" dt="2026-03-26T10:25:54.865" v="2864" actId="1076"/>
          <ac:spMkLst>
            <pc:docMk/>
            <pc:sldMk cId="4133096874" sldId="262"/>
            <ac:spMk id="7" creationId="{0FF54C29-61DD-1052-6474-2D01B6A0CBC3}"/>
          </ac:spMkLst>
        </pc:spChg>
      </pc:sldChg>
      <pc:sldChg chg="addSp modSp new mod">
        <pc:chgData name="Kunal Sharma" userId="a9ad55f3070665d1" providerId="LiveId" clId="{579CCFA8-3F5F-4A5D-80B0-D05C08670AEE}" dt="2026-03-22T14:52:12.942" v="1640" actId="1076"/>
        <pc:sldMkLst>
          <pc:docMk/>
          <pc:sldMk cId="1396074527" sldId="263"/>
        </pc:sldMkLst>
        <pc:spChg chg="add mod">
          <ac:chgData name="Kunal Sharma" userId="a9ad55f3070665d1" providerId="LiveId" clId="{579CCFA8-3F5F-4A5D-80B0-D05C08670AEE}" dt="2026-03-22T14:52:12.942" v="1640" actId="1076"/>
          <ac:spMkLst>
            <pc:docMk/>
            <pc:sldMk cId="1396074527" sldId="263"/>
            <ac:spMk id="3" creationId="{D1944612-7D1F-4065-547B-EDC9D9624761}"/>
          </ac:spMkLst>
        </pc:spChg>
      </pc:sldChg>
      <pc:sldChg chg="addSp delSp modSp new mod">
        <pc:chgData name="Kunal Sharma" userId="a9ad55f3070665d1" providerId="LiveId" clId="{579CCFA8-3F5F-4A5D-80B0-D05C08670AEE}" dt="2026-03-22T14:52:19.635" v="1641" actId="1076"/>
        <pc:sldMkLst>
          <pc:docMk/>
          <pc:sldMk cId="225312903" sldId="264"/>
        </pc:sldMkLst>
        <pc:spChg chg="add mod">
          <ac:chgData name="Kunal Sharma" userId="a9ad55f3070665d1" providerId="LiveId" clId="{579CCFA8-3F5F-4A5D-80B0-D05C08670AEE}" dt="2026-03-22T14:52:19.635" v="1641" actId="1076"/>
          <ac:spMkLst>
            <pc:docMk/>
            <pc:sldMk cId="225312903" sldId="264"/>
            <ac:spMk id="3" creationId="{228A3289-5664-CFB1-3199-750F14D807FA}"/>
          </ac:spMkLst>
        </pc:spChg>
      </pc:sldChg>
      <pc:sldChg chg="addSp modSp new mod">
        <pc:chgData name="Kunal Sharma" userId="a9ad55f3070665d1" providerId="LiveId" clId="{579CCFA8-3F5F-4A5D-80B0-D05C08670AEE}" dt="2026-03-22T14:52:34.983" v="1645" actId="1076"/>
        <pc:sldMkLst>
          <pc:docMk/>
          <pc:sldMk cId="3455587888" sldId="265"/>
        </pc:sldMkLst>
        <pc:spChg chg="add mod">
          <ac:chgData name="Kunal Sharma" userId="a9ad55f3070665d1" providerId="LiveId" clId="{579CCFA8-3F5F-4A5D-80B0-D05C08670AEE}" dt="2026-03-22T14:52:34.983" v="1645" actId="1076"/>
          <ac:spMkLst>
            <pc:docMk/>
            <pc:sldMk cId="3455587888" sldId="265"/>
            <ac:spMk id="4" creationId="{520843B6-CA21-0401-38FC-5C6046510D0A}"/>
          </ac:spMkLst>
        </pc:spChg>
        <pc:picChg chg="add mod">
          <ac:chgData name="Kunal Sharma" userId="a9ad55f3070665d1" providerId="LiveId" clId="{579CCFA8-3F5F-4A5D-80B0-D05C08670AEE}" dt="2026-03-22T14:52:32.193" v="1644" actId="1076"/>
          <ac:picMkLst>
            <pc:docMk/>
            <pc:sldMk cId="3455587888" sldId="265"/>
            <ac:picMk id="2" creationId="{B4B3D127-63AC-5BED-8EB7-A8BF85920CBF}"/>
          </ac:picMkLst>
        </pc:picChg>
      </pc:sldChg>
      <pc:sldChg chg="addSp modSp new mod">
        <pc:chgData name="Kunal Sharma" userId="a9ad55f3070665d1" providerId="LiveId" clId="{579CCFA8-3F5F-4A5D-80B0-D05C08670AEE}" dt="2026-03-22T15:08:32.248" v="1835" actId="207"/>
        <pc:sldMkLst>
          <pc:docMk/>
          <pc:sldMk cId="1502366516" sldId="266"/>
        </pc:sldMkLst>
        <pc:spChg chg="add mod">
          <ac:chgData name="Kunal Sharma" userId="a9ad55f3070665d1" providerId="LiveId" clId="{579CCFA8-3F5F-4A5D-80B0-D05C08670AEE}" dt="2026-03-22T14:55:16.719" v="1693" actId="20577"/>
          <ac:spMkLst>
            <pc:docMk/>
            <pc:sldMk cId="1502366516" sldId="266"/>
            <ac:spMk id="3" creationId="{23ED23D3-CAC7-B374-B78B-6C02043F9CE0}"/>
          </ac:spMkLst>
        </pc:spChg>
        <pc:spChg chg="add mod">
          <ac:chgData name="Kunal Sharma" userId="a9ad55f3070665d1" providerId="LiveId" clId="{579CCFA8-3F5F-4A5D-80B0-D05C08670AEE}" dt="2026-03-22T15:08:32.248" v="1835" actId="207"/>
          <ac:spMkLst>
            <pc:docMk/>
            <pc:sldMk cId="1502366516" sldId="266"/>
            <ac:spMk id="5" creationId="{F7F4AE5A-98E5-B65A-ABD5-661438C8FE8F}"/>
          </ac:spMkLst>
        </pc:spChg>
      </pc:sldChg>
      <pc:sldChg chg="addSp modSp new mod">
        <pc:chgData name="Kunal Sharma" userId="a9ad55f3070665d1" providerId="LiveId" clId="{579CCFA8-3F5F-4A5D-80B0-D05C08670AEE}" dt="2026-03-22T15:01:31.942" v="1769" actId="1076"/>
        <pc:sldMkLst>
          <pc:docMk/>
          <pc:sldMk cId="1802467126" sldId="267"/>
        </pc:sldMkLst>
        <pc:spChg chg="add mod">
          <ac:chgData name="Kunal Sharma" userId="a9ad55f3070665d1" providerId="LiveId" clId="{579CCFA8-3F5F-4A5D-80B0-D05C08670AEE}" dt="2026-03-22T15:01:31.942" v="1769" actId="1076"/>
          <ac:spMkLst>
            <pc:docMk/>
            <pc:sldMk cId="1802467126" sldId="267"/>
            <ac:spMk id="4" creationId="{C545CB95-247B-72C2-6C15-4B00AA2B1050}"/>
          </ac:spMkLst>
        </pc:spChg>
        <pc:picChg chg="add mod">
          <ac:chgData name="Kunal Sharma" userId="a9ad55f3070665d1" providerId="LiveId" clId="{579CCFA8-3F5F-4A5D-80B0-D05C08670AEE}" dt="2026-03-22T14:56:38.912" v="1701" actId="14100"/>
          <ac:picMkLst>
            <pc:docMk/>
            <pc:sldMk cId="1802467126" sldId="267"/>
            <ac:picMk id="3" creationId="{48FD019B-8F48-F636-9757-6B61FF14900E}"/>
          </ac:picMkLst>
        </pc:picChg>
      </pc:sldChg>
      <pc:sldChg chg="addSp modSp new mod">
        <pc:chgData name="Kunal Sharma" userId="a9ad55f3070665d1" providerId="LiveId" clId="{579CCFA8-3F5F-4A5D-80B0-D05C08670AEE}" dt="2026-03-22T15:01:37.318" v="1770" actId="1076"/>
        <pc:sldMkLst>
          <pc:docMk/>
          <pc:sldMk cId="323275408" sldId="268"/>
        </pc:sldMkLst>
        <pc:spChg chg="add mod">
          <ac:chgData name="Kunal Sharma" userId="a9ad55f3070665d1" providerId="LiveId" clId="{579CCFA8-3F5F-4A5D-80B0-D05C08670AEE}" dt="2026-03-22T15:01:37.318" v="1770" actId="1076"/>
          <ac:spMkLst>
            <pc:docMk/>
            <pc:sldMk cId="323275408" sldId="268"/>
            <ac:spMk id="2" creationId="{B530D99A-831C-FC94-AEF1-4C51562D6BB6}"/>
          </ac:spMkLst>
        </pc:spChg>
        <pc:picChg chg="add mod">
          <ac:chgData name="Kunal Sharma" userId="a9ad55f3070665d1" providerId="LiveId" clId="{579CCFA8-3F5F-4A5D-80B0-D05C08670AEE}" dt="2026-03-22T15:01:22.447" v="1768" actId="1076"/>
          <ac:picMkLst>
            <pc:docMk/>
            <pc:sldMk cId="323275408" sldId="268"/>
            <ac:picMk id="4" creationId="{852DB84F-E7CE-CEF7-015D-63B122BB324D}"/>
          </ac:picMkLst>
        </pc:picChg>
      </pc:sldChg>
      <pc:sldChg chg="addSp modSp new mod ord">
        <pc:chgData name="Kunal Sharma" userId="a9ad55f3070665d1" providerId="LiveId" clId="{579CCFA8-3F5F-4A5D-80B0-D05C08670AEE}" dt="2026-03-26T10:29:03.969" v="2916"/>
        <pc:sldMkLst>
          <pc:docMk/>
          <pc:sldMk cId="698437442" sldId="269"/>
        </pc:sldMkLst>
        <pc:spChg chg="add mod">
          <ac:chgData name="Kunal Sharma" userId="a9ad55f3070665d1" providerId="LiveId" clId="{579CCFA8-3F5F-4A5D-80B0-D05C08670AEE}" dt="2026-03-22T15:05:24.092" v="1800" actId="1076"/>
          <ac:spMkLst>
            <pc:docMk/>
            <pc:sldMk cId="698437442" sldId="269"/>
            <ac:spMk id="2" creationId="{8CF168EE-74A7-B948-0A2F-76953BEA7DC8}"/>
          </ac:spMkLst>
        </pc:spChg>
        <pc:picChg chg="add mod">
          <ac:chgData name="Kunal Sharma" userId="a9ad55f3070665d1" providerId="LiveId" clId="{579CCFA8-3F5F-4A5D-80B0-D05C08670AEE}" dt="2026-03-22T15:06:16.557" v="1818" actId="1076"/>
          <ac:picMkLst>
            <pc:docMk/>
            <pc:sldMk cId="698437442" sldId="269"/>
            <ac:picMk id="4" creationId="{2E74BCD2-28A0-9A6F-308C-EC98B2B51653}"/>
          </ac:picMkLst>
        </pc:picChg>
        <pc:picChg chg="add mod">
          <ac:chgData name="Kunal Sharma" userId="a9ad55f3070665d1" providerId="LiveId" clId="{579CCFA8-3F5F-4A5D-80B0-D05C08670AEE}" dt="2026-03-22T15:06:14.800" v="1817" actId="1076"/>
          <ac:picMkLst>
            <pc:docMk/>
            <pc:sldMk cId="698437442" sldId="269"/>
            <ac:picMk id="6" creationId="{5C97E47A-9C9D-C2E9-894B-E7E340FA380F}"/>
          </ac:picMkLst>
        </pc:picChg>
      </pc:sldChg>
      <pc:sldChg chg="addSp modSp new mod">
        <pc:chgData name="Kunal Sharma" userId="a9ad55f3070665d1" providerId="LiveId" clId="{579CCFA8-3F5F-4A5D-80B0-D05C08670AEE}" dt="2026-03-26T10:27:57.101" v="2912" actId="20577"/>
        <pc:sldMkLst>
          <pc:docMk/>
          <pc:sldMk cId="1110762164" sldId="270"/>
        </pc:sldMkLst>
        <pc:spChg chg="add mod">
          <ac:chgData name="Kunal Sharma" userId="a9ad55f3070665d1" providerId="LiveId" clId="{579CCFA8-3F5F-4A5D-80B0-D05C08670AEE}" dt="2026-03-26T10:27:57.101" v="2912" actId="20577"/>
          <ac:spMkLst>
            <pc:docMk/>
            <pc:sldMk cId="1110762164" sldId="270"/>
            <ac:spMk id="3" creationId="{6C2015CC-288B-7AF8-4805-6CCC0015144F}"/>
          </ac:spMkLst>
        </pc:spChg>
        <pc:spChg chg="add mod">
          <ac:chgData name="Kunal Sharma" userId="a9ad55f3070665d1" providerId="LiveId" clId="{579CCFA8-3F5F-4A5D-80B0-D05C08670AEE}" dt="2026-03-26T10:18:05.051" v="2647" actId="20577"/>
          <ac:spMkLst>
            <pc:docMk/>
            <pc:sldMk cId="1110762164" sldId="270"/>
            <ac:spMk id="5" creationId="{02FB421C-0F00-C3CD-02E7-6619C18560B4}"/>
          </ac:spMkLst>
        </pc:spChg>
      </pc:sldChg>
      <pc:sldChg chg="addSp modSp new mod">
        <pc:chgData name="Kunal Sharma" userId="a9ad55f3070665d1" providerId="LiveId" clId="{579CCFA8-3F5F-4A5D-80B0-D05C08670AEE}" dt="2026-03-22T15:11:54.886" v="1928" actId="1076"/>
        <pc:sldMkLst>
          <pc:docMk/>
          <pc:sldMk cId="3659280063" sldId="271"/>
        </pc:sldMkLst>
        <pc:spChg chg="add mod">
          <ac:chgData name="Kunal Sharma" userId="a9ad55f3070665d1" providerId="LiveId" clId="{579CCFA8-3F5F-4A5D-80B0-D05C08670AEE}" dt="2026-03-22T15:11:54.886" v="1928" actId="1076"/>
          <ac:spMkLst>
            <pc:docMk/>
            <pc:sldMk cId="3659280063" sldId="271"/>
            <ac:spMk id="2" creationId="{FF4A763F-54A4-52C6-930D-6BED40743A38}"/>
          </ac:spMkLst>
        </pc:spChg>
      </pc:sldChg>
      <pc:sldChg chg="addSp modSp new del mod ord">
        <pc:chgData name="Kunal Sharma" userId="a9ad55f3070665d1" providerId="LiveId" clId="{579CCFA8-3F5F-4A5D-80B0-D05C08670AEE}" dt="2026-03-26T09:53:32.140" v="2383" actId="2696"/>
        <pc:sldMkLst>
          <pc:docMk/>
          <pc:sldMk cId="324758459" sldId="272"/>
        </pc:sldMkLst>
        <pc:spChg chg="add mod">
          <ac:chgData name="Kunal Sharma" userId="a9ad55f3070665d1" providerId="LiveId" clId="{579CCFA8-3F5F-4A5D-80B0-D05C08670AEE}" dt="2026-03-26T09:16:44.436" v="1942" actId="1076"/>
          <ac:spMkLst>
            <pc:docMk/>
            <pc:sldMk cId="324758459" sldId="272"/>
            <ac:spMk id="3" creationId="{68FDB7F7-C6D1-915E-1F7A-A9E704F63197}"/>
          </ac:spMkLst>
        </pc:spChg>
        <pc:spChg chg="add mod">
          <ac:chgData name="Kunal Sharma" userId="a9ad55f3070665d1" providerId="LiveId" clId="{579CCFA8-3F5F-4A5D-80B0-D05C08670AEE}" dt="2026-03-26T09:35:42.010" v="2181" actId="1076"/>
          <ac:spMkLst>
            <pc:docMk/>
            <pc:sldMk cId="324758459" sldId="272"/>
            <ac:spMk id="5" creationId="{1CB91141-354B-606D-778D-B3A0A4D7E368}"/>
          </ac:spMkLst>
        </pc:spChg>
        <pc:spChg chg="add mod">
          <ac:chgData name="Kunal Sharma" userId="a9ad55f3070665d1" providerId="LiveId" clId="{579CCFA8-3F5F-4A5D-80B0-D05C08670AEE}" dt="2026-03-26T09:46:52.441" v="2332" actId="20577"/>
          <ac:spMkLst>
            <pc:docMk/>
            <pc:sldMk cId="324758459" sldId="272"/>
            <ac:spMk id="6" creationId="{1547CE60-D263-51B7-0270-2B8B157AF65F}"/>
          </ac:spMkLst>
        </pc:spChg>
      </pc:sldChg>
      <pc:sldChg chg="addSp delSp modSp new mod">
        <pc:chgData name="Kunal Sharma" userId="a9ad55f3070665d1" providerId="LiveId" clId="{579CCFA8-3F5F-4A5D-80B0-D05C08670AEE}" dt="2026-03-26T10:22:15.806" v="2724" actId="13926"/>
        <pc:sldMkLst>
          <pc:docMk/>
          <pc:sldMk cId="2017119278" sldId="272"/>
        </pc:sldMkLst>
        <pc:spChg chg="add mod">
          <ac:chgData name="Kunal Sharma" userId="a9ad55f3070665d1" providerId="LiveId" clId="{579CCFA8-3F5F-4A5D-80B0-D05C08670AEE}" dt="2026-03-26T10:22:15.806" v="2724" actId="13926"/>
          <ac:spMkLst>
            <pc:docMk/>
            <pc:sldMk cId="2017119278" sldId="272"/>
            <ac:spMk id="2" creationId="{B4B2EFAE-5300-E0FB-DD50-DF96E9C0D2B4}"/>
          </ac:spMkLst>
        </pc:spChg>
        <pc:spChg chg="add del mod">
          <ac:chgData name="Kunal Sharma" userId="a9ad55f3070665d1" providerId="LiveId" clId="{579CCFA8-3F5F-4A5D-80B0-D05C08670AEE}" dt="2026-03-26T09:59:33.082" v="2450" actId="478"/>
          <ac:spMkLst>
            <pc:docMk/>
            <pc:sldMk cId="2017119278" sldId="272"/>
            <ac:spMk id="4" creationId="{DE77CF23-8926-A37D-D527-EAC5CCAF8305}"/>
          </ac:spMkLst>
        </pc:spChg>
        <pc:spChg chg="add del mod">
          <ac:chgData name="Kunal Sharma" userId="a9ad55f3070665d1" providerId="LiveId" clId="{579CCFA8-3F5F-4A5D-80B0-D05C08670AEE}" dt="2026-03-26T09:59:39.858" v="2452" actId="478"/>
          <ac:spMkLst>
            <pc:docMk/>
            <pc:sldMk cId="2017119278" sldId="272"/>
            <ac:spMk id="6" creationId="{695908D3-7330-F531-58A7-5B837C6F0DFF}"/>
          </ac:spMkLst>
        </pc:spChg>
        <pc:spChg chg="add del mod">
          <ac:chgData name="Kunal Sharma" userId="a9ad55f3070665d1" providerId="LiveId" clId="{579CCFA8-3F5F-4A5D-80B0-D05C08670AEE}" dt="2026-03-26T09:59:46.974" v="2453" actId="478"/>
          <ac:spMkLst>
            <pc:docMk/>
            <pc:sldMk cId="2017119278" sldId="272"/>
            <ac:spMk id="8" creationId="{28EEB3F4-6817-E076-C54E-0A8689A81832}"/>
          </ac:spMkLst>
        </pc:spChg>
        <pc:spChg chg="add del mod">
          <ac:chgData name="Kunal Sharma" userId="a9ad55f3070665d1" providerId="LiveId" clId="{579CCFA8-3F5F-4A5D-80B0-D05C08670AEE}" dt="2026-03-26T09:59:50.303" v="2454" actId="478"/>
          <ac:spMkLst>
            <pc:docMk/>
            <pc:sldMk cId="2017119278" sldId="272"/>
            <ac:spMk id="10" creationId="{46E660DD-3FD3-E555-9802-11EA14438F64}"/>
          </ac:spMkLst>
        </pc:spChg>
        <pc:spChg chg="add del mod">
          <ac:chgData name="Kunal Sharma" userId="a9ad55f3070665d1" providerId="LiveId" clId="{579CCFA8-3F5F-4A5D-80B0-D05C08670AEE}" dt="2026-03-26T09:59:36.154" v="2451" actId="478"/>
          <ac:spMkLst>
            <pc:docMk/>
            <pc:sldMk cId="2017119278" sldId="272"/>
            <ac:spMk id="12" creationId="{A0B52243-E441-C112-1B4D-73FDBCAEF806}"/>
          </ac:spMkLst>
        </pc:spChg>
        <pc:spChg chg="add mod">
          <ac:chgData name="Kunal Sharma" userId="a9ad55f3070665d1" providerId="LiveId" clId="{579CCFA8-3F5F-4A5D-80B0-D05C08670AEE}" dt="2026-03-26T10:01:49.087" v="2470" actId="1076"/>
          <ac:spMkLst>
            <pc:docMk/>
            <pc:sldMk cId="2017119278" sldId="272"/>
            <ac:spMk id="14" creationId="{87F525B9-B6D8-86A8-FF87-1CF47B60BB05}"/>
          </ac:spMkLst>
        </pc:spChg>
        <pc:spChg chg="add mod">
          <ac:chgData name="Kunal Sharma" userId="a9ad55f3070665d1" providerId="LiveId" clId="{579CCFA8-3F5F-4A5D-80B0-D05C08670AEE}" dt="2026-03-26T10:02:06.710" v="2471" actId="255"/>
          <ac:spMkLst>
            <pc:docMk/>
            <pc:sldMk cId="2017119278" sldId="272"/>
            <ac:spMk id="16" creationId="{EBA6B419-9896-403F-14CE-98D645354C35}"/>
          </ac:spMkLst>
        </pc:spChg>
        <pc:spChg chg="add mod">
          <ac:chgData name="Kunal Sharma" userId="a9ad55f3070665d1" providerId="LiveId" clId="{579CCFA8-3F5F-4A5D-80B0-D05C08670AEE}" dt="2026-03-26T10:02:27.574" v="2474" actId="1076"/>
          <ac:spMkLst>
            <pc:docMk/>
            <pc:sldMk cId="2017119278" sldId="272"/>
            <ac:spMk id="18" creationId="{98A62E74-6813-CFFD-1AF3-63046ABE5443}"/>
          </ac:spMkLst>
        </pc:spChg>
        <pc:spChg chg="add del mod">
          <ac:chgData name="Kunal Sharma" userId="a9ad55f3070665d1" providerId="LiveId" clId="{579CCFA8-3F5F-4A5D-80B0-D05C08670AEE}" dt="2026-03-26T10:04:00.449" v="2481" actId="478"/>
          <ac:spMkLst>
            <pc:docMk/>
            <pc:sldMk cId="2017119278" sldId="272"/>
            <ac:spMk id="20" creationId="{490AC533-C1A1-EE80-B8EE-5CFC99FA87F5}"/>
          </ac:spMkLst>
        </pc:spChg>
      </pc:sldChg>
      <pc:sldChg chg="addSp delSp modSp new mod">
        <pc:chgData name="Kunal Sharma" userId="a9ad55f3070665d1" providerId="LiveId" clId="{579CCFA8-3F5F-4A5D-80B0-D05C08670AEE}" dt="2026-03-26T10:06:33.269" v="2495" actId="478"/>
        <pc:sldMkLst>
          <pc:docMk/>
          <pc:sldMk cId="2923608943" sldId="273"/>
        </pc:sldMkLst>
        <pc:spChg chg="add mod">
          <ac:chgData name="Kunal Sharma" userId="a9ad55f3070665d1" providerId="LiveId" clId="{579CCFA8-3F5F-4A5D-80B0-D05C08670AEE}" dt="2026-03-26T10:03:50.772" v="2480" actId="1076"/>
          <ac:spMkLst>
            <pc:docMk/>
            <pc:sldMk cId="2923608943" sldId="273"/>
            <ac:spMk id="2" creationId="{FE74324A-7EE0-494F-A598-883AC7467E9A}"/>
          </ac:spMkLst>
        </pc:spChg>
        <pc:spChg chg="add mod">
          <ac:chgData name="Kunal Sharma" userId="a9ad55f3070665d1" providerId="LiveId" clId="{579CCFA8-3F5F-4A5D-80B0-D05C08670AEE}" dt="2026-03-26T10:04:26.407" v="2484" actId="1076"/>
          <ac:spMkLst>
            <pc:docMk/>
            <pc:sldMk cId="2923608943" sldId="273"/>
            <ac:spMk id="4" creationId="{B7947ED6-CFDA-EF62-FBC5-2C787F657013}"/>
          </ac:spMkLst>
        </pc:spChg>
        <pc:spChg chg="add mod">
          <ac:chgData name="Kunal Sharma" userId="a9ad55f3070665d1" providerId="LiveId" clId="{579CCFA8-3F5F-4A5D-80B0-D05C08670AEE}" dt="2026-03-26T10:05:02.151" v="2487" actId="1076"/>
          <ac:spMkLst>
            <pc:docMk/>
            <pc:sldMk cId="2923608943" sldId="273"/>
            <ac:spMk id="6" creationId="{2F414C6C-D5E7-159F-68B1-7F0F10C2C478}"/>
          </ac:spMkLst>
        </pc:spChg>
        <pc:spChg chg="add del mod">
          <ac:chgData name="Kunal Sharma" userId="a9ad55f3070665d1" providerId="LiveId" clId="{579CCFA8-3F5F-4A5D-80B0-D05C08670AEE}" dt="2026-03-26T10:06:33.269" v="2495" actId="478"/>
          <ac:spMkLst>
            <pc:docMk/>
            <pc:sldMk cId="2923608943" sldId="273"/>
            <ac:spMk id="8" creationId="{8F267459-3FA7-F169-6134-B5BA4F4BA645}"/>
          </ac:spMkLst>
        </pc:spChg>
        <pc:spChg chg="add mod">
          <ac:chgData name="Kunal Sharma" userId="a9ad55f3070665d1" providerId="LiveId" clId="{579CCFA8-3F5F-4A5D-80B0-D05C08670AEE}" dt="2026-03-26T10:06:26.703" v="2494" actId="1076"/>
          <ac:spMkLst>
            <pc:docMk/>
            <pc:sldMk cId="2923608943" sldId="273"/>
            <ac:spMk id="10" creationId="{11E37375-35ED-1B41-0757-6D542EA18039}"/>
          </ac:spMkLst>
        </pc:spChg>
      </pc:sldChg>
      <pc:sldChg chg="addSp modSp new del mod ord">
        <pc:chgData name="Kunal Sharma" userId="a9ad55f3070665d1" providerId="LiveId" clId="{579CCFA8-3F5F-4A5D-80B0-D05C08670AEE}" dt="2026-03-26T09:53:35.917" v="2384" actId="2696"/>
        <pc:sldMkLst>
          <pc:docMk/>
          <pc:sldMk cId="2933918669" sldId="273"/>
        </pc:sldMkLst>
        <pc:spChg chg="add mod">
          <ac:chgData name="Kunal Sharma" userId="a9ad55f3070665d1" providerId="LiveId" clId="{579CCFA8-3F5F-4A5D-80B0-D05C08670AEE}" dt="2026-03-26T09:35:52.817" v="2183" actId="1076"/>
          <ac:spMkLst>
            <pc:docMk/>
            <pc:sldMk cId="2933918669" sldId="273"/>
            <ac:spMk id="3" creationId="{26457803-72D0-5D47-727D-EA0744043BE0}"/>
          </ac:spMkLst>
        </pc:spChg>
        <pc:spChg chg="add mod">
          <ac:chgData name="Kunal Sharma" userId="a9ad55f3070665d1" providerId="LiveId" clId="{579CCFA8-3F5F-4A5D-80B0-D05C08670AEE}" dt="2026-03-26T09:35:57.712" v="2184" actId="1076"/>
          <ac:spMkLst>
            <pc:docMk/>
            <pc:sldMk cId="2933918669" sldId="273"/>
            <ac:spMk id="5" creationId="{63815118-9754-4728-ECF5-8C2E367F0B5D}"/>
          </ac:spMkLst>
        </pc:spChg>
      </pc:sldChg>
      <pc:sldChg chg="addSp modSp new mod">
        <pc:chgData name="Kunal Sharma" userId="a9ad55f3070665d1" providerId="LiveId" clId="{579CCFA8-3F5F-4A5D-80B0-D05C08670AEE}" dt="2026-03-26T10:06:47.117" v="2498" actId="1076"/>
        <pc:sldMkLst>
          <pc:docMk/>
          <pc:sldMk cId="481810855" sldId="274"/>
        </pc:sldMkLst>
        <pc:spChg chg="add mod">
          <ac:chgData name="Kunal Sharma" userId="a9ad55f3070665d1" providerId="LiveId" clId="{579CCFA8-3F5F-4A5D-80B0-D05C08670AEE}" dt="2026-03-26T10:06:47.117" v="2498" actId="1076"/>
          <ac:spMkLst>
            <pc:docMk/>
            <pc:sldMk cId="481810855" sldId="274"/>
            <ac:spMk id="2" creationId="{0CEAADC5-1D22-A3DB-EFE7-1E728BD1158F}"/>
          </ac:spMkLst>
        </pc:spChg>
      </pc:sldChg>
      <pc:sldChg chg="addSp delSp modSp new del mod ord">
        <pc:chgData name="Kunal Sharma" userId="a9ad55f3070665d1" providerId="LiveId" clId="{579CCFA8-3F5F-4A5D-80B0-D05C08670AEE}" dt="2026-03-26T09:53:22.455" v="2381" actId="2696"/>
        <pc:sldMkLst>
          <pc:docMk/>
          <pc:sldMk cId="1773414218" sldId="274"/>
        </pc:sldMkLst>
        <pc:spChg chg="add mod">
          <ac:chgData name="Kunal Sharma" userId="a9ad55f3070665d1" providerId="LiveId" clId="{579CCFA8-3F5F-4A5D-80B0-D05C08670AEE}" dt="2026-03-26T09:32:54.351" v="2167" actId="1076"/>
          <ac:spMkLst>
            <pc:docMk/>
            <pc:sldMk cId="1773414218" sldId="274"/>
            <ac:spMk id="3" creationId="{ECFD64EB-96F6-FB55-70E0-D20FA2498F4F}"/>
          </ac:spMkLst>
        </pc:spChg>
        <pc:spChg chg="add del mod">
          <ac:chgData name="Kunal Sharma" userId="a9ad55f3070665d1" providerId="LiveId" clId="{579CCFA8-3F5F-4A5D-80B0-D05C08670AEE}" dt="2026-03-26T09:30:48.660" v="2155" actId="478"/>
          <ac:spMkLst>
            <pc:docMk/>
            <pc:sldMk cId="1773414218" sldId="274"/>
            <ac:spMk id="5" creationId="{E8734A42-8FB7-A9F8-63CF-FB9CEABB2D74}"/>
          </ac:spMkLst>
        </pc:spChg>
        <pc:spChg chg="add mod">
          <ac:chgData name="Kunal Sharma" userId="a9ad55f3070665d1" providerId="LiveId" clId="{579CCFA8-3F5F-4A5D-80B0-D05C08670AEE}" dt="2026-03-26T09:27:52.470" v="2134" actId="1076"/>
          <ac:spMkLst>
            <pc:docMk/>
            <pc:sldMk cId="1773414218" sldId="274"/>
            <ac:spMk id="7" creationId="{0A9F69A6-DC92-E2B8-774D-3658981B31A1}"/>
          </ac:spMkLst>
        </pc:spChg>
        <pc:spChg chg="add mod">
          <ac:chgData name="Kunal Sharma" userId="a9ad55f3070665d1" providerId="LiveId" clId="{579CCFA8-3F5F-4A5D-80B0-D05C08670AEE}" dt="2026-03-26T09:36:24.574" v="2186" actId="1076"/>
          <ac:spMkLst>
            <pc:docMk/>
            <pc:sldMk cId="1773414218" sldId="274"/>
            <ac:spMk id="9" creationId="{5CA24C3B-2F4A-A0FE-5536-4582AE97BD7E}"/>
          </ac:spMkLst>
        </pc:spChg>
      </pc:sldChg>
      <pc:sldChg chg="addSp modSp new del mod ord">
        <pc:chgData name="Kunal Sharma" userId="a9ad55f3070665d1" providerId="LiveId" clId="{579CCFA8-3F5F-4A5D-80B0-D05C08670AEE}" dt="2026-03-26T09:53:18.252" v="2380" actId="2696"/>
        <pc:sldMkLst>
          <pc:docMk/>
          <pc:sldMk cId="557662587" sldId="275"/>
        </pc:sldMkLst>
        <pc:spChg chg="add mod">
          <ac:chgData name="Kunal Sharma" userId="a9ad55f3070665d1" providerId="LiveId" clId="{579CCFA8-3F5F-4A5D-80B0-D05C08670AEE}" dt="2026-03-26T09:48:15.062" v="2353" actId="20577"/>
          <ac:spMkLst>
            <pc:docMk/>
            <pc:sldMk cId="557662587" sldId="275"/>
            <ac:spMk id="2" creationId="{ADA8C5E3-C5F1-5F95-DCA1-9CB7EA6704B3}"/>
          </ac:spMkLst>
        </pc:spChg>
        <pc:spChg chg="add mod">
          <ac:chgData name="Kunal Sharma" userId="a9ad55f3070665d1" providerId="LiveId" clId="{579CCFA8-3F5F-4A5D-80B0-D05C08670AEE}" dt="2026-03-26T09:26:30.402" v="2121" actId="20577"/>
          <ac:spMkLst>
            <pc:docMk/>
            <pc:sldMk cId="557662587" sldId="275"/>
            <ac:spMk id="4" creationId="{28A20769-F156-6D0C-AFC2-F9C9D0516DBE}"/>
          </ac:spMkLst>
        </pc:spChg>
        <pc:spChg chg="add mod">
          <ac:chgData name="Kunal Sharma" userId="a9ad55f3070665d1" providerId="LiveId" clId="{579CCFA8-3F5F-4A5D-80B0-D05C08670AEE}" dt="2026-03-26T09:23:55.595" v="2091" actId="1076"/>
          <ac:spMkLst>
            <pc:docMk/>
            <pc:sldMk cId="557662587" sldId="275"/>
            <ac:spMk id="6" creationId="{6360D567-650E-DA4C-018F-09FC946A7863}"/>
          </ac:spMkLst>
        </pc:spChg>
        <pc:spChg chg="add mod">
          <ac:chgData name="Kunal Sharma" userId="a9ad55f3070665d1" providerId="LiveId" clId="{579CCFA8-3F5F-4A5D-80B0-D05C08670AEE}" dt="2026-03-26T09:36:13.799" v="2185" actId="1076"/>
          <ac:spMkLst>
            <pc:docMk/>
            <pc:sldMk cId="557662587" sldId="275"/>
            <ac:spMk id="8" creationId="{7E768DE8-2CD6-313F-2D87-3B4E31C00803}"/>
          </ac:spMkLst>
        </pc:spChg>
      </pc:sldChg>
      <pc:sldChg chg="addSp modSp new mod">
        <pc:chgData name="Kunal Sharma" userId="a9ad55f3070665d1" providerId="LiveId" clId="{579CCFA8-3F5F-4A5D-80B0-D05C08670AEE}" dt="2026-03-26T10:14:37.229" v="2576" actId="1076"/>
        <pc:sldMkLst>
          <pc:docMk/>
          <pc:sldMk cId="2492528587" sldId="275"/>
        </pc:sldMkLst>
        <pc:spChg chg="add mod">
          <ac:chgData name="Kunal Sharma" userId="a9ad55f3070665d1" providerId="LiveId" clId="{579CCFA8-3F5F-4A5D-80B0-D05C08670AEE}" dt="2026-03-26T10:14:25.700" v="2574" actId="1076"/>
          <ac:spMkLst>
            <pc:docMk/>
            <pc:sldMk cId="2492528587" sldId="275"/>
            <ac:spMk id="2" creationId="{6DCA7CA9-F410-B3B8-0557-3B26B51F96A6}"/>
          </ac:spMkLst>
        </pc:spChg>
        <pc:spChg chg="add mod">
          <ac:chgData name="Kunal Sharma" userId="a9ad55f3070665d1" providerId="LiveId" clId="{579CCFA8-3F5F-4A5D-80B0-D05C08670AEE}" dt="2026-03-26T10:14:37.229" v="2576" actId="1076"/>
          <ac:spMkLst>
            <pc:docMk/>
            <pc:sldMk cId="2492528587" sldId="275"/>
            <ac:spMk id="3" creationId="{1FF2AD4B-A7A5-2016-9FDB-A93BC615993F}"/>
          </ac:spMkLst>
        </pc:spChg>
      </pc:sldChg>
      <pc:sldChg chg="addSp modSp new mod">
        <pc:chgData name="Kunal Sharma" userId="a9ad55f3070665d1" providerId="LiveId" clId="{579CCFA8-3F5F-4A5D-80B0-D05C08670AEE}" dt="2026-03-26T10:22:39.845" v="2725" actId="13926"/>
        <pc:sldMkLst>
          <pc:docMk/>
          <pc:sldMk cId="1658940806" sldId="276"/>
        </pc:sldMkLst>
        <pc:spChg chg="add mod">
          <ac:chgData name="Kunal Sharma" userId="a9ad55f3070665d1" providerId="LiveId" clId="{579CCFA8-3F5F-4A5D-80B0-D05C08670AEE}" dt="2026-03-26T10:22:39.845" v="2725" actId="13926"/>
          <ac:spMkLst>
            <pc:docMk/>
            <pc:sldMk cId="1658940806" sldId="276"/>
            <ac:spMk id="2" creationId="{8FE65006-A119-978D-7C92-341A1E4836FC}"/>
          </ac:spMkLst>
        </pc:spChg>
        <pc:spChg chg="add mod">
          <ac:chgData name="Kunal Sharma" userId="a9ad55f3070665d1" providerId="LiveId" clId="{579CCFA8-3F5F-4A5D-80B0-D05C08670AEE}" dt="2026-03-26T10:08:12.114" v="2523" actId="1076"/>
          <ac:spMkLst>
            <pc:docMk/>
            <pc:sldMk cId="1658940806" sldId="276"/>
            <ac:spMk id="4" creationId="{87C9971B-67B3-B127-46CF-CD7861D88BBD}"/>
          </ac:spMkLst>
        </pc:spChg>
        <pc:spChg chg="add mod">
          <ac:chgData name="Kunal Sharma" userId="a9ad55f3070665d1" providerId="LiveId" clId="{579CCFA8-3F5F-4A5D-80B0-D05C08670AEE}" dt="2026-03-26T10:08:52.620" v="2526" actId="1076"/>
          <ac:spMkLst>
            <pc:docMk/>
            <pc:sldMk cId="1658940806" sldId="276"/>
            <ac:spMk id="6" creationId="{03C5BB9A-0B4E-15E1-9D0D-C067D85DEDC5}"/>
          </ac:spMkLst>
        </pc:spChg>
        <pc:spChg chg="add mod">
          <ac:chgData name="Kunal Sharma" userId="a9ad55f3070665d1" providerId="LiveId" clId="{579CCFA8-3F5F-4A5D-80B0-D05C08670AEE}" dt="2026-03-26T10:09:16.908" v="2529" actId="1076"/>
          <ac:spMkLst>
            <pc:docMk/>
            <pc:sldMk cId="1658940806" sldId="276"/>
            <ac:spMk id="8" creationId="{1CABB09E-0C09-1E24-6AC7-DB37195FF835}"/>
          </ac:spMkLst>
        </pc:spChg>
        <pc:spChg chg="add mod">
          <ac:chgData name="Kunal Sharma" userId="a9ad55f3070665d1" providerId="LiveId" clId="{579CCFA8-3F5F-4A5D-80B0-D05C08670AEE}" dt="2026-03-26T10:09:42.455" v="2532" actId="1076"/>
          <ac:spMkLst>
            <pc:docMk/>
            <pc:sldMk cId="1658940806" sldId="276"/>
            <ac:spMk id="10" creationId="{AC4F33D7-7432-1E09-9A20-9376DCAE24BC}"/>
          </ac:spMkLst>
        </pc:spChg>
      </pc:sldChg>
      <pc:sldChg chg="addSp modSp new del mod ord">
        <pc:chgData name="Kunal Sharma" userId="a9ad55f3070665d1" providerId="LiveId" clId="{579CCFA8-3F5F-4A5D-80B0-D05C08670AEE}" dt="2026-03-26T09:53:26.424" v="2382" actId="2696"/>
        <pc:sldMkLst>
          <pc:docMk/>
          <pc:sldMk cId="3086108160" sldId="276"/>
        </pc:sldMkLst>
        <pc:spChg chg="add mod">
          <ac:chgData name="Kunal Sharma" userId="a9ad55f3070665d1" providerId="LiveId" clId="{579CCFA8-3F5F-4A5D-80B0-D05C08670AEE}" dt="2026-03-26T09:36:34.101" v="2187" actId="1076"/>
          <ac:spMkLst>
            <pc:docMk/>
            <pc:sldMk cId="3086108160" sldId="276"/>
            <ac:spMk id="2" creationId="{858B7D92-EFBF-56D8-A25E-874622AC78E6}"/>
          </ac:spMkLst>
        </pc:spChg>
        <pc:spChg chg="add mod">
          <ac:chgData name="Kunal Sharma" userId="a9ad55f3070665d1" providerId="LiveId" clId="{579CCFA8-3F5F-4A5D-80B0-D05C08670AEE}" dt="2026-03-26T09:33:38.628" v="2172" actId="1076"/>
          <ac:spMkLst>
            <pc:docMk/>
            <pc:sldMk cId="3086108160" sldId="276"/>
            <ac:spMk id="4" creationId="{27CCD111-4A88-719B-247B-9DD6A333CEAF}"/>
          </ac:spMkLst>
        </pc:spChg>
      </pc:sldChg>
      <pc:sldChg chg="addSp delSp modSp new del mod">
        <pc:chgData name="Kunal Sharma" userId="a9ad55f3070665d1" providerId="LiveId" clId="{579CCFA8-3F5F-4A5D-80B0-D05C08670AEE}" dt="2026-03-26T09:53:39.326" v="2385" actId="2696"/>
        <pc:sldMkLst>
          <pc:docMk/>
          <pc:sldMk cId="3568566720" sldId="277"/>
        </pc:sldMkLst>
        <pc:spChg chg="add del">
          <ac:chgData name="Kunal Sharma" userId="a9ad55f3070665d1" providerId="LiveId" clId="{579CCFA8-3F5F-4A5D-80B0-D05C08670AEE}" dt="2026-03-26T09:38:26.833" v="2190" actId="478"/>
          <ac:spMkLst>
            <pc:docMk/>
            <pc:sldMk cId="3568566720" sldId="277"/>
            <ac:spMk id="3" creationId="{847C1AAC-F354-FD9C-CA07-EE4D04A63405}"/>
          </ac:spMkLst>
        </pc:spChg>
        <pc:spChg chg="add del mod">
          <ac:chgData name="Kunal Sharma" userId="a9ad55f3070665d1" providerId="LiveId" clId="{579CCFA8-3F5F-4A5D-80B0-D05C08670AEE}" dt="2026-03-26T09:39:24.479" v="2199" actId="478"/>
          <ac:spMkLst>
            <pc:docMk/>
            <pc:sldMk cId="3568566720" sldId="277"/>
            <ac:spMk id="5" creationId="{1B53ADFF-BC4C-8184-ABCA-FE688E28B7FD}"/>
          </ac:spMkLst>
        </pc:spChg>
        <pc:spChg chg="add mod">
          <ac:chgData name="Kunal Sharma" userId="a9ad55f3070665d1" providerId="LiveId" clId="{579CCFA8-3F5F-4A5D-80B0-D05C08670AEE}" dt="2026-03-26T09:39:36.062" v="2201" actId="1076"/>
          <ac:spMkLst>
            <pc:docMk/>
            <pc:sldMk cId="3568566720" sldId="277"/>
            <ac:spMk id="7" creationId="{727B3467-1D64-0D88-767A-AE1AA0439346}"/>
          </ac:spMkLst>
        </pc:spChg>
        <pc:spChg chg="add mod">
          <ac:chgData name="Kunal Sharma" userId="a9ad55f3070665d1" providerId="LiveId" clId="{579CCFA8-3F5F-4A5D-80B0-D05C08670AEE}" dt="2026-03-26T09:39:39.316" v="2202" actId="1076"/>
          <ac:spMkLst>
            <pc:docMk/>
            <pc:sldMk cId="3568566720" sldId="277"/>
            <ac:spMk id="9" creationId="{EB756E65-6C05-98C8-3A6C-97AA8A9B7185}"/>
          </ac:spMkLst>
        </pc:spChg>
        <pc:spChg chg="add mod">
          <ac:chgData name="Kunal Sharma" userId="a9ad55f3070665d1" providerId="LiveId" clId="{579CCFA8-3F5F-4A5D-80B0-D05C08670AEE}" dt="2026-03-26T09:49:20.373" v="2379" actId="20577"/>
          <ac:spMkLst>
            <pc:docMk/>
            <pc:sldMk cId="3568566720" sldId="277"/>
            <ac:spMk id="10" creationId="{0E6186EA-82EF-C29A-5655-5AC7419F3DBD}"/>
          </ac:spMkLst>
        </pc:spChg>
      </pc:sldChg>
      <pc:sldChg chg="addSp modSp new mod">
        <pc:chgData name="Kunal Sharma" userId="a9ad55f3070665d1" providerId="LiveId" clId="{579CCFA8-3F5F-4A5D-80B0-D05C08670AEE}" dt="2026-03-26T10:10:58.562" v="2539" actId="1076"/>
        <pc:sldMkLst>
          <pc:docMk/>
          <pc:sldMk cId="3816416965" sldId="277"/>
        </pc:sldMkLst>
        <pc:spChg chg="add mod">
          <ac:chgData name="Kunal Sharma" userId="a9ad55f3070665d1" providerId="LiveId" clId="{579CCFA8-3F5F-4A5D-80B0-D05C08670AEE}" dt="2026-03-26T10:10:20.130" v="2536" actId="1076"/>
          <ac:spMkLst>
            <pc:docMk/>
            <pc:sldMk cId="3816416965" sldId="277"/>
            <ac:spMk id="3" creationId="{22E1BC59-A281-CDF3-910D-1972F9385909}"/>
          </ac:spMkLst>
        </pc:spChg>
        <pc:spChg chg="add mod">
          <ac:chgData name="Kunal Sharma" userId="a9ad55f3070665d1" providerId="LiveId" clId="{579CCFA8-3F5F-4A5D-80B0-D05C08670AEE}" dt="2026-03-26T10:10:58.562" v="2539" actId="1076"/>
          <ac:spMkLst>
            <pc:docMk/>
            <pc:sldMk cId="3816416965" sldId="277"/>
            <ac:spMk id="5" creationId="{A4AB8F8C-3701-5A5C-4A97-F3DB68F1C307}"/>
          </ac:spMkLst>
        </pc:spChg>
      </pc:sldChg>
      <pc:sldChg chg="addSp delSp modSp add mod">
        <pc:chgData name="Kunal Sharma" userId="a9ad55f3070665d1" providerId="LiveId" clId="{579CCFA8-3F5F-4A5D-80B0-D05C08670AEE}" dt="2026-03-26T10:23:24.032" v="2745" actId="13926"/>
        <pc:sldMkLst>
          <pc:docMk/>
          <pc:sldMk cId="2166807143" sldId="278"/>
        </pc:sldMkLst>
        <pc:spChg chg="add mod">
          <ac:chgData name="Kunal Sharma" userId="a9ad55f3070665d1" providerId="LiveId" clId="{579CCFA8-3F5F-4A5D-80B0-D05C08670AEE}" dt="2026-03-26T10:23:24.032" v="2745" actId="13926"/>
          <ac:spMkLst>
            <pc:docMk/>
            <pc:sldMk cId="2166807143" sldId="278"/>
            <ac:spMk id="2" creationId="{D1768BC1-E6C3-97B5-88E5-F011CAE20AC5}"/>
          </ac:spMkLst>
        </pc:spChg>
        <pc:spChg chg="add mod">
          <ac:chgData name="Kunal Sharma" userId="a9ad55f3070665d1" providerId="LiveId" clId="{579CCFA8-3F5F-4A5D-80B0-D05C08670AEE}" dt="2026-03-26T10:15:02.894" v="2638" actId="1038"/>
          <ac:spMkLst>
            <pc:docMk/>
            <pc:sldMk cId="2166807143" sldId="278"/>
            <ac:spMk id="4" creationId="{3E29ECD1-9D58-2C96-81D5-830DC831C989}"/>
          </ac:spMkLst>
        </pc:spChg>
        <pc:spChg chg="add mod">
          <ac:chgData name="Kunal Sharma" userId="a9ad55f3070665d1" providerId="LiveId" clId="{579CCFA8-3F5F-4A5D-80B0-D05C08670AEE}" dt="2026-03-26T10:14:55.969" v="2610" actId="1038"/>
          <ac:spMkLst>
            <pc:docMk/>
            <pc:sldMk cId="2166807143" sldId="278"/>
            <ac:spMk id="6" creationId="{8E460C14-E34F-7DCF-DF96-6D064AF54EA5}"/>
          </ac:spMkLst>
        </pc:spChg>
        <pc:spChg chg="add del mod">
          <ac:chgData name="Kunal Sharma" userId="a9ad55f3070665d1" providerId="LiveId" clId="{579CCFA8-3F5F-4A5D-80B0-D05C08670AEE}" dt="2026-03-26T10:14:46.329" v="2577" actId="478"/>
          <ac:spMkLst>
            <pc:docMk/>
            <pc:sldMk cId="2166807143" sldId="278"/>
            <ac:spMk id="8" creationId="{7FBD7546-844A-6590-7BC3-63C1DAABF9F5}"/>
          </ac:spMkLst>
        </pc:spChg>
        <pc:spChg chg="add del mod">
          <ac:chgData name="Kunal Sharma" userId="a9ad55f3070665d1" providerId="LiveId" clId="{579CCFA8-3F5F-4A5D-80B0-D05C08670AEE}" dt="2026-03-26T10:14:50.577" v="2578" actId="478"/>
          <ac:spMkLst>
            <pc:docMk/>
            <pc:sldMk cId="2166807143" sldId="278"/>
            <ac:spMk id="10" creationId="{4C437A89-2EBA-6134-BE78-6D48977719ED}"/>
          </ac:spMkLst>
        </pc:spChg>
      </pc:sldChg>
      <pc:sldChg chg="addSp delSp modSp new del mod">
        <pc:chgData name="Kunal Sharma" userId="a9ad55f3070665d1" providerId="LiveId" clId="{579CCFA8-3F5F-4A5D-80B0-D05C08670AEE}" dt="2026-03-26T09:53:42.686" v="2386" actId="2696"/>
        <pc:sldMkLst>
          <pc:docMk/>
          <pc:sldMk cId="4268370438" sldId="278"/>
        </pc:sldMkLst>
        <pc:spChg chg="add del mod">
          <ac:chgData name="Kunal Sharma" userId="a9ad55f3070665d1" providerId="LiveId" clId="{579CCFA8-3F5F-4A5D-80B0-D05C08670AEE}" dt="2026-03-26T09:46:19.218" v="2321" actId="478"/>
          <ac:spMkLst>
            <pc:docMk/>
            <pc:sldMk cId="4268370438" sldId="278"/>
            <ac:spMk id="2" creationId="{1D14A6F0-977E-329E-AAF7-C510C81F7E7C}"/>
          </ac:spMkLst>
        </pc:spChg>
        <pc:spChg chg="add mod">
          <ac:chgData name="Kunal Sharma" userId="a9ad55f3070665d1" providerId="LiveId" clId="{579CCFA8-3F5F-4A5D-80B0-D05C08670AEE}" dt="2026-03-26T09:40:22.494" v="2209" actId="1076"/>
          <ac:spMkLst>
            <pc:docMk/>
            <pc:sldMk cId="4268370438" sldId="278"/>
            <ac:spMk id="4" creationId="{087385D4-8E45-739B-3F77-8C7A40638C6A}"/>
          </ac:spMkLst>
        </pc:spChg>
        <pc:spChg chg="add mod">
          <ac:chgData name="Kunal Sharma" userId="a9ad55f3070665d1" providerId="LiveId" clId="{579CCFA8-3F5F-4A5D-80B0-D05C08670AEE}" dt="2026-03-26T09:42:08.602" v="2226" actId="1076"/>
          <ac:spMkLst>
            <pc:docMk/>
            <pc:sldMk cId="4268370438" sldId="278"/>
            <ac:spMk id="6" creationId="{D82964FF-4810-6BF4-F8CE-F6A9DAB5671B}"/>
          </ac:spMkLst>
        </pc:spChg>
      </pc:sldChg>
      <pc:sldChg chg="addSp modSp new del mod">
        <pc:chgData name="Kunal Sharma" userId="a9ad55f3070665d1" providerId="LiveId" clId="{579CCFA8-3F5F-4A5D-80B0-D05C08670AEE}" dt="2026-03-26T09:53:46.200" v="2387" actId="2696"/>
        <pc:sldMkLst>
          <pc:docMk/>
          <pc:sldMk cId="2257431185" sldId="279"/>
        </pc:sldMkLst>
        <pc:spChg chg="add mod">
          <ac:chgData name="Kunal Sharma" userId="a9ad55f3070665d1" providerId="LiveId" clId="{579CCFA8-3F5F-4A5D-80B0-D05C08670AEE}" dt="2026-03-26T09:45:22.094" v="2317" actId="20577"/>
          <ac:spMkLst>
            <pc:docMk/>
            <pc:sldMk cId="2257431185" sldId="279"/>
            <ac:spMk id="3" creationId="{91285ACD-0083-11B3-1CC2-4F28972EE0D3}"/>
          </ac:spMkLst>
        </pc:spChg>
        <pc:spChg chg="add mod">
          <ac:chgData name="Kunal Sharma" userId="a9ad55f3070665d1" providerId="LiveId" clId="{579CCFA8-3F5F-4A5D-80B0-D05C08670AEE}" dt="2026-03-26T09:45:57.547" v="2320" actId="1076"/>
          <ac:spMkLst>
            <pc:docMk/>
            <pc:sldMk cId="2257431185" sldId="279"/>
            <ac:spMk id="4" creationId="{E4DD40B6-05D4-1B99-2BF3-AFEF28337E5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3B5078-4F95-42FF-ADE5-704DEE4D5588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4F2C08-88B5-4A22-A560-FECBCD62DF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7678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3105" y="802298"/>
            <a:ext cx="8561747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93106" y="3531204"/>
            <a:ext cx="8561746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96C1F-FE34-4666-8444-D899D55AE67E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93105" y="329307"/>
            <a:ext cx="4897310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8519D62-A79D-44DC-BD17-3448904488F9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2334637" y="798973"/>
            <a:ext cx="0" cy="2544756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0692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96C1F-FE34-4666-8444-D899D55AE67E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19D62-A79D-44DC-BD17-3448904488F9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1251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813" y="1756130"/>
            <a:ext cx="8562580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5" y="3806195"/>
            <a:ext cx="8549990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96C1F-FE34-4666-8444-D899D55AE67E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19D62-A79D-44DC-BD17-3448904488F9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2845107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9328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5" y="804889"/>
            <a:ext cx="9520157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34695" y="2010878"/>
            <a:ext cx="4608576" cy="3438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4793" y="2017343"/>
            <a:ext cx="4604130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96C1F-FE34-4666-8444-D899D55AE67E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19D62-A79D-44DC-BD17-3448904488F9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3159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95" y="804163"/>
            <a:ext cx="9520157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5" y="2019549"/>
            <a:ext cx="460857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4695" y="2824269"/>
            <a:ext cx="460857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4791" y="2023003"/>
            <a:ext cx="4608576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4792" y="2821491"/>
            <a:ext cx="4608576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96C1F-FE34-4666-8444-D899D55AE67E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19D62-A79D-44DC-BD17-3448904488F9}" type="slidenum">
              <a:rPr lang="en-IN" smtClean="0"/>
              <a:t>‹#›</a:t>
            </a:fld>
            <a:endParaRPr lang="en-IN"/>
          </a:p>
        </p:txBody>
      </p:sp>
      <p:cxnSp>
        <p:nvCxnSpPr>
          <p:cNvPr id="11" name="Straight Connector 10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3938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96C1F-FE34-4666-8444-D899D55AE67E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19D62-A79D-44DC-BD17-3448904488F9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5852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96C1F-FE34-4666-8444-D899D55AE67E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19D62-A79D-44DC-BD17-3448904488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196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642" y="798973"/>
            <a:ext cx="3183128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4695" y="3205491"/>
            <a:ext cx="3184989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96C1F-FE34-4666-8444-D899D55AE67E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19D62-A79D-44DC-BD17-3448904488F9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371687" y="798973"/>
            <a:ext cx="0" cy="2247117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6533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bg2">
                    <a:lumMod val="10000"/>
                  </a:schemeClr>
                </a:gs>
                <a:gs pos="100000">
                  <a:schemeClr val="bg2">
                    <a:lumMod val="10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prstMaterial="matte">
              <a:bevelT w="133350" h="50800" prst="divo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5694" y="1129513"/>
            <a:ext cx="5447840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4695" y="3145992"/>
            <a:ext cx="5440037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34695" y="5469856"/>
            <a:ext cx="5440038" cy="320123"/>
          </a:xfrm>
        </p:spPr>
        <p:txBody>
          <a:bodyPr/>
          <a:lstStyle>
            <a:lvl1pPr algn="l">
              <a:defRPr/>
            </a:lvl1pPr>
          </a:lstStyle>
          <a:p>
            <a:fld id="{1AA96C1F-FE34-4666-8444-D899D55AE67E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34910" y="318640"/>
            <a:ext cx="5453475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19D62-A79D-44DC-BD17-3448904488F9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71687" y="798973"/>
            <a:ext cx="0" cy="2161124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8028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96C1F-FE34-4666-8444-D899D55AE67E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19D62-A79D-44DC-BD17-3448904488F9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1371687" y="798973"/>
            <a:ext cx="0" cy="1067168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8162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883863"/>
            <a:ext cx="1615742" cy="45749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34694" y="883863"/>
            <a:ext cx="7738807" cy="45749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96C1F-FE34-4666-8444-D899D55AE67E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19D62-A79D-44DC-BD17-3448904488F9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9439111" y="719272"/>
            <a:ext cx="1615742" cy="0"/>
          </a:xfrm>
          <a:prstGeom prst="line">
            <a:avLst/>
          </a:prstGeom>
          <a:ln w="38100" cmpd="sng">
            <a:solidFill>
              <a:schemeClr val="accent1"/>
            </a:solidFill>
            <a:prstDash val="solid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487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2015732"/>
            <a:ext cx="12192000" cy="41188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/>
          <a:srcRect t="2769" b="-2769"/>
          <a:stretch/>
        </p:blipFill>
        <p:spPr>
          <a:xfrm>
            <a:off x="0" y="6135624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34696" y="804519"/>
            <a:ext cx="9520158" cy="10492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34696" y="2015732"/>
            <a:ext cx="9520158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A96C1F-FE34-4666-8444-D899D55AE67E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34695" y="329307"/>
            <a:ext cx="5855719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8519D62-A79D-44DC-BD17-3448904488F9}" type="slidenum">
              <a:rPr lang="en-IN" smtClean="0"/>
              <a:t>‹#›</a:t>
            </a:fld>
            <a:endParaRPr lang="en-IN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6141705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779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2578C-E2D1-91CA-2C9C-D52262CA9F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6387" y="925718"/>
            <a:ext cx="9144000" cy="6173172"/>
          </a:xfrm>
        </p:spPr>
        <p:txBody>
          <a:bodyPr>
            <a:normAutofit fontScale="90000"/>
          </a:bodyPr>
          <a:lstStyle/>
          <a:p>
            <a:r>
              <a:rPr lang="en-IN" sz="3300" dirty="0"/>
              <a:t>  </a:t>
            </a:r>
            <a:br>
              <a:rPr lang="en-IN" sz="3300" dirty="0"/>
            </a:br>
            <a:br>
              <a:rPr lang="en-IN" sz="3300" dirty="0"/>
            </a:br>
            <a:r>
              <a:rPr lang="en-IN" sz="3300" dirty="0"/>
              <a:t> 🎓 </a:t>
            </a:r>
            <a:r>
              <a:rPr lang="en-IN" sz="3300" b="1" dirty="0"/>
              <a:t>8-PUZZLE SOLVER PROJECT REPORT</a:t>
            </a:r>
            <a:br>
              <a:rPr lang="en-IN" sz="3300" dirty="0"/>
            </a:br>
            <a:r>
              <a:rPr lang="en-IN" sz="3300" b="1" dirty="0"/>
              <a:t>(ARTIFICIAL INTELLIGENCE)</a:t>
            </a:r>
            <a:br>
              <a:rPr lang="en-IN" sz="3300" b="1" dirty="0"/>
            </a:br>
            <a:br>
              <a:rPr lang="en-IN" sz="3300" dirty="0"/>
            </a:br>
            <a:r>
              <a:rPr lang="en-IN" sz="3300" dirty="0"/>
              <a:t>  </a:t>
            </a:r>
            <a:r>
              <a:rPr lang="en-IN" sz="3300" b="1" dirty="0"/>
              <a:t>KUNAL SHARMA</a:t>
            </a:r>
            <a:br>
              <a:rPr lang="en-IN" sz="3300" b="1" dirty="0"/>
            </a:br>
            <a:br>
              <a:rPr lang="en-IN" sz="3300" b="1" dirty="0"/>
            </a:br>
            <a:r>
              <a:rPr lang="en-IN" sz="3300" b="1" dirty="0"/>
              <a:t>BRANCH :CSE CORE </a:t>
            </a:r>
            <a:br>
              <a:rPr lang="en-IN" sz="3300" dirty="0"/>
            </a:br>
            <a:r>
              <a:rPr lang="en-IN" sz="3300" b="1" dirty="0" err="1"/>
              <a:t>Enrollment</a:t>
            </a:r>
            <a:r>
              <a:rPr lang="en-IN" sz="3300" b="1" dirty="0"/>
              <a:t>: 25BCE11303</a:t>
            </a:r>
            <a:br>
              <a:rPr lang="en-IN" sz="3300" dirty="0"/>
            </a:br>
            <a:r>
              <a:rPr lang="en-IN" sz="3300" b="1" dirty="0"/>
              <a:t>(1st Year)</a:t>
            </a:r>
            <a:br>
              <a:rPr lang="en-IN" sz="3300" dirty="0"/>
            </a:br>
            <a:r>
              <a:rPr lang="en-IN" sz="3300" b="1" dirty="0"/>
              <a:t>VIT Bhopal University</a:t>
            </a:r>
            <a:br>
              <a:rPr lang="en-IN" sz="3300" dirty="0"/>
            </a:br>
            <a:r>
              <a:rPr lang="en-IN" sz="3300" b="1" dirty="0"/>
              <a:t>22 March 2026</a:t>
            </a:r>
            <a:br>
              <a:rPr lang="en-IN" sz="3300" b="1" dirty="0"/>
            </a:br>
            <a:br>
              <a:rPr lang="en-IN" sz="3300" b="1" dirty="0"/>
            </a:br>
            <a:br>
              <a:rPr lang="en-IN" sz="3300" b="1" dirty="0"/>
            </a:b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8483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A3954B7-5C8F-0AE1-C515-FACB377B4A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2172629"/>
              </p:ext>
            </p:extLst>
          </p:nvPr>
        </p:nvGraphicFramePr>
        <p:xfrm>
          <a:off x="2866134" y="1740535"/>
          <a:ext cx="5215980" cy="2584450"/>
        </p:xfrm>
        <a:graphic>
          <a:graphicData uri="http://schemas.openxmlformats.org/drawingml/2006/table">
            <a:tbl>
              <a:tblPr/>
              <a:tblGrid>
                <a:gridCol w="1738660">
                  <a:extLst>
                    <a:ext uri="{9D8B030D-6E8A-4147-A177-3AD203B41FA5}">
                      <a16:colId xmlns:a16="http://schemas.microsoft.com/office/drawing/2014/main" val="185586262"/>
                    </a:ext>
                  </a:extLst>
                </a:gridCol>
                <a:gridCol w="1738660">
                  <a:extLst>
                    <a:ext uri="{9D8B030D-6E8A-4147-A177-3AD203B41FA5}">
                      <a16:colId xmlns:a16="http://schemas.microsoft.com/office/drawing/2014/main" val="2338363008"/>
                    </a:ext>
                  </a:extLst>
                </a:gridCol>
                <a:gridCol w="1738660">
                  <a:extLst>
                    <a:ext uri="{9D8B030D-6E8A-4147-A177-3AD203B41FA5}">
                      <a16:colId xmlns:a16="http://schemas.microsoft.com/office/drawing/2014/main" val="9694421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b" latinLnBrk="0">
                        <a:buNone/>
                      </a:pPr>
                      <a:r>
                        <a:rPr lang="en-IN" sz="1300" b="1">
                          <a:effectLst/>
                        </a:rPr>
                        <a:t>S.No</a:t>
                      </a:r>
                    </a:p>
                  </a:txBody>
                  <a:tcPr marL="43089" marR="43089" marT="43089" marB="43089" anchor="b">
                    <a:lnL w="12700" cap="flat" cmpd="sng" algn="ctr">
                      <a:solidFill>
                        <a:srgbClr val="709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96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9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02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 latinLnBrk="0">
                        <a:buNone/>
                      </a:pPr>
                      <a:r>
                        <a:rPr lang="en-IN" sz="1300" b="1">
                          <a:effectLst/>
                        </a:rPr>
                        <a:t>Section</a:t>
                      </a:r>
                    </a:p>
                  </a:txBody>
                  <a:tcPr marL="43089" marR="43089" marT="43089" marB="43089" anchor="b">
                    <a:lnL w="12700" cap="flat" cmpd="sng" algn="ctr">
                      <a:solidFill>
                        <a:srgbClr val="0096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B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6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2B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 latinLnBrk="0">
                        <a:buNone/>
                      </a:pPr>
                      <a:r>
                        <a:rPr lang="en-IN" sz="1300" b="1">
                          <a:effectLst/>
                        </a:rPr>
                        <a:t>Page</a:t>
                      </a:r>
                    </a:p>
                  </a:txBody>
                  <a:tcPr marL="43089" marR="43089" marT="43089" marB="43089" anchor="b">
                    <a:lnL w="12700" cap="flat" cmpd="sng" algn="ctr">
                      <a:solidFill>
                        <a:srgbClr val="202B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2B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2B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C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9888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300">
                          <a:effectLst/>
                        </a:rPr>
                        <a:t>1</a:t>
                      </a:r>
                    </a:p>
                  </a:txBody>
                  <a:tcPr marL="43089" marR="43089" marT="32317" marB="32317" anchor="ctr">
                    <a:lnL w="12700" cap="flat" cmpd="sng" algn="ctr">
                      <a:solidFill>
                        <a:srgbClr val="402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2B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029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35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300">
                          <a:effectLst/>
                        </a:rPr>
                        <a:t>Project Overview</a:t>
                      </a:r>
                    </a:p>
                  </a:txBody>
                  <a:tcPr marL="43089" marR="43089" marT="32317" marB="32317" anchor="ctr">
                    <a:lnL w="12700" cap="flat" cmpd="sng" algn="ctr">
                      <a:solidFill>
                        <a:srgbClr val="702B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C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2B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40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300">
                          <a:effectLst/>
                        </a:rPr>
                        <a:t>1</a:t>
                      </a:r>
                    </a:p>
                  </a:txBody>
                  <a:tcPr marL="43089" marR="43089" marT="32317" marB="32317" anchor="ctr">
                    <a:lnL w="12700" cap="flat" cmpd="sng" algn="ctr">
                      <a:solidFill>
                        <a:srgbClr val="102C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C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C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3102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300" dirty="0">
                          <a:effectLst/>
                        </a:rPr>
                        <a:t>2</a:t>
                      </a:r>
                    </a:p>
                  </a:txBody>
                  <a:tcPr marL="43089" marR="43089" marT="32317" marB="32317" anchor="ctr">
                    <a:lnL w="12700" cap="flat" cmpd="sng" algn="ctr">
                      <a:solidFill>
                        <a:srgbClr val="7035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40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35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300">
                          <a:effectLst/>
                        </a:rPr>
                        <a:t>Problem Description</a:t>
                      </a:r>
                    </a:p>
                  </a:txBody>
                  <a:tcPr marL="43089" marR="43089" marT="32317" marB="32317" anchor="ctr">
                    <a:lnL w="12700" cap="flat" cmpd="sng" algn="ctr">
                      <a:solidFill>
                        <a:srgbClr val="6040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40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4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300">
                          <a:effectLst/>
                        </a:rPr>
                        <a:t>1</a:t>
                      </a:r>
                    </a:p>
                  </a:txBody>
                  <a:tcPr marL="43089" marR="43089" marT="32317" marB="32317" anchor="ctr">
                    <a:lnL w="12700" cap="flat" cmpd="sng" algn="ctr">
                      <a:solidFill>
                        <a:srgbClr val="303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4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931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300">
                          <a:effectLst/>
                        </a:rPr>
                        <a:t>3</a:t>
                      </a:r>
                    </a:p>
                  </a:txBody>
                  <a:tcPr marL="43089" marR="43089" marT="32317" marB="32317" anchor="ctr">
                    <a:lnL w="12700" cap="flat" cmpd="sng" algn="ctr">
                      <a:solidFill>
                        <a:srgbClr val="303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4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4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6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300">
                          <a:effectLst/>
                        </a:rPr>
                        <a:t>Algorithm Explanation</a:t>
                      </a:r>
                    </a:p>
                  </a:txBody>
                  <a:tcPr marL="43089" marR="43089" marT="32317" marB="32317" anchor="ctr">
                    <a:lnL w="12700" cap="flat" cmpd="sng" algn="ctr">
                      <a:solidFill>
                        <a:srgbClr val="F04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4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4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7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300" dirty="0">
                          <a:effectLst/>
                        </a:rPr>
                        <a:t>2</a:t>
                      </a:r>
                    </a:p>
                  </a:txBody>
                  <a:tcPr marL="43089" marR="43089" marT="32317" marB="32317" anchor="ctr">
                    <a:lnL w="12700" cap="flat" cmpd="sng" algn="ctr">
                      <a:solidFill>
                        <a:srgbClr val="104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4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4A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062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23903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300">
                          <a:effectLst/>
                        </a:rPr>
                        <a:t>4</a:t>
                      </a:r>
                    </a:p>
                  </a:txBody>
                  <a:tcPr marL="43089" marR="43089" marT="32317" marB="32317" anchor="ctr">
                    <a:lnL w="12700" cap="flat" cmpd="sng" algn="ctr">
                      <a:solidFill>
                        <a:srgbClr val="306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7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61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67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300">
                          <a:effectLst/>
                        </a:rPr>
                        <a:t>Test Case Analysis</a:t>
                      </a:r>
                    </a:p>
                  </a:txBody>
                  <a:tcPr marL="43089" marR="43089" marT="32317" marB="32317" anchor="ctr">
                    <a:lnL w="12700" cap="flat" cmpd="sng" algn="ctr">
                      <a:solidFill>
                        <a:srgbClr val="7067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62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7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68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300">
                          <a:effectLst/>
                        </a:rPr>
                        <a:t>3</a:t>
                      </a:r>
                    </a:p>
                  </a:txBody>
                  <a:tcPr marL="43089" marR="43089" marT="32317" marB="32317" anchor="ctr">
                    <a:lnL w="12700" cap="flat" cmpd="sng" algn="ctr">
                      <a:solidFill>
                        <a:srgbClr val="2062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062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062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5F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7308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300">
                          <a:effectLst/>
                        </a:rPr>
                        <a:t>5</a:t>
                      </a:r>
                    </a:p>
                  </a:txBody>
                  <a:tcPr marL="43089" marR="43089" marT="32317" marB="32317" anchor="ctr">
                    <a:lnL w="12700" cap="flat" cmpd="sng" algn="ctr">
                      <a:solidFill>
                        <a:srgbClr val="C067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68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67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097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300">
                          <a:effectLst/>
                        </a:rPr>
                        <a:t>Code Implementation</a:t>
                      </a:r>
                    </a:p>
                  </a:txBody>
                  <a:tcPr marL="43089" marR="43089" marT="32317" marB="32317" anchor="ctr">
                    <a:lnL w="12700" cap="flat" cmpd="sng" algn="ctr">
                      <a:solidFill>
                        <a:srgbClr val="6068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5F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68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300">
                          <a:effectLst/>
                        </a:rPr>
                        <a:t>3</a:t>
                      </a:r>
                    </a:p>
                  </a:txBody>
                  <a:tcPr marL="43089" marR="43089" marT="32317" marB="32317" anchor="ctr">
                    <a:lnL w="12700" cap="flat" cmpd="sng" algn="ctr">
                      <a:solidFill>
                        <a:srgbClr val="005F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5F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5F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0BE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1894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300">
                          <a:effectLst/>
                        </a:rPr>
                        <a:t>6</a:t>
                      </a:r>
                    </a:p>
                  </a:txBody>
                  <a:tcPr marL="43089" marR="43089" marT="32317" marB="32317" anchor="ctr">
                    <a:lnL w="12700" cap="flat" cmpd="sng" algn="ctr">
                      <a:solidFill>
                        <a:srgbClr val="9097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097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300">
                          <a:effectLst/>
                        </a:rPr>
                        <a:t>Results &amp; Screenshots</a:t>
                      </a:r>
                    </a:p>
                  </a:txBody>
                  <a:tcPr marL="43089" marR="43089" marT="32317" marB="32317" anchor="ctr">
                    <a:lnL w="12700" cap="flat" cmpd="sng" algn="ctr">
                      <a:solidFill>
                        <a:srgbClr val="00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BE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7D8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B5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300">
                          <a:effectLst/>
                        </a:rPr>
                        <a:t>4</a:t>
                      </a:r>
                    </a:p>
                  </a:txBody>
                  <a:tcPr marL="43089" marR="43089" marT="32317" marB="32317" anchor="ctr">
                    <a:lnL w="12700" cap="flat" cmpd="sng" algn="ctr">
                      <a:solidFill>
                        <a:srgbClr val="60BE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0BE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0BE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B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84870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300">
                          <a:effectLst/>
                        </a:rPr>
                        <a:t>7</a:t>
                      </a:r>
                    </a:p>
                  </a:txBody>
                  <a:tcPr marL="43089" marR="43089" marT="32317" marB="32317" anchor="ctr">
                    <a:lnL w="12700" cap="flat" cmpd="sng" algn="ctr">
                      <a:solidFill>
                        <a:srgbClr val="00B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0B5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F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AB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300">
                          <a:effectLst/>
                        </a:rPr>
                        <a:t>Learning Outcomes</a:t>
                      </a:r>
                    </a:p>
                  </a:txBody>
                  <a:tcPr marL="43089" marR="43089" marT="32317" marB="32317" anchor="ctr">
                    <a:lnL w="12700" cap="flat" cmpd="sng" algn="ctr">
                      <a:solidFill>
                        <a:srgbClr val="A0B5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B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B5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AB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300">
                          <a:effectLst/>
                        </a:rPr>
                        <a:t>5</a:t>
                      </a:r>
                    </a:p>
                  </a:txBody>
                  <a:tcPr marL="43089" marR="43089" marT="32317" marB="32317" anchor="ctr">
                    <a:lnL w="12700" cap="flat" cmpd="sng" algn="ctr">
                      <a:solidFill>
                        <a:srgbClr val="50B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B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B0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AB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912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300">
                          <a:effectLst/>
                        </a:rPr>
                        <a:t>8</a:t>
                      </a:r>
                    </a:p>
                  </a:txBody>
                  <a:tcPr marL="43089" marR="43089" marT="32317" marB="32317" anchor="ctr">
                    <a:lnL w="12700" cap="flat" cmpd="sng" algn="ctr">
                      <a:solidFill>
                        <a:srgbClr val="A0AB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AB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0AB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0AB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300">
                          <a:effectLst/>
                        </a:rPr>
                        <a:t>Future Scope</a:t>
                      </a:r>
                    </a:p>
                  </a:txBody>
                  <a:tcPr marL="43089" marR="43089" marT="32317" marB="32317" anchor="ctr">
                    <a:lnL w="12700" cap="flat" cmpd="sng" algn="ctr">
                      <a:solidFill>
                        <a:srgbClr val="F0AB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AB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AB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AB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IN" sz="1300" dirty="0">
                          <a:effectLst/>
                        </a:rPr>
                        <a:t>5</a:t>
                      </a:r>
                    </a:p>
                  </a:txBody>
                  <a:tcPr marL="43089" marR="43089" marT="32317" marB="32317" anchor="ctr">
                    <a:lnL w="12700" cap="flat" cmpd="sng" algn="ctr">
                      <a:solidFill>
                        <a:srgbClr val="F0AB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AB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AB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ABA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1764057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F2A3147D-2704-3579-2DE4-F7C6B4648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5579" y="750176"/>
            <a:ext cx="5367047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plxSerif"/>
              </a:rPr>
              <a:t>📋 TABLE OF CONTENTS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plxSerif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0D821E0-836D-1813-76C4-170FCEA98F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0443" y="165811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9445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0FA320-3EF5-117B-03B6-EB3841E270FC}"/>
              </a:ext>
            </a:extLst>
          </p:cNvPr>
          <p:cNvSpPr txBox="1"/>
          <p:nvPr/>
        </p:nvSpPr>
        <p:spPr>
          <a:xfrm>
            <a:off x="599768" y="-194811"/>
            <a:ext cx="9478296" cy="695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endParaRPr lang="en-IN" sz="2500" b="1" u="sng" dirty="0">
              <a:effectLst/>
              <a:latin typeface="pplxSerif"/>
            </a:endParaRPr>
          </a:p>
          <a:p>
            <a:pPr algn="l">
              <a:buNone/>
            </a:pPr>
            <a:r>
              <a:rPr lang="en-IN" sz="2600" b="1" u="sng" dirty="0">
                <a:effectLst/>
                <a:latin typeface="pplxSerif"/>
              </a:rPr>
              <a:t>PROJECT OVERVIEW </a:t>
            </a:r>
          </a:p>
          <a:p>
            <a:pPr algn="l">
              <a:buNone/>
            </a:pPr>
            <a:r>
              <a:rPr lang="en-IN" b="1" i="0" dirty="0">
                <a:effectLst/>
                <a:latin typeface="pplxSerif"/>
              </a:rPr>
              <a:t>🎯 Project Title</a:t>
            </a:r>
            <a:endParaRPr lang="en-IN" b="0" i="0" dirty="0">
              <a:effectLst/>
              <a:latin typeface="pplxSerif"/>
            </a:endParaRPr>
          </a:p>
          <a:p>
            <a:pPr algn="l">
              <a:buNone/>
            </a:pPr>
            <a:r>
              <a:rPr lang="en-IN" b="0" i="1" dirty="0">
                <a:effectLst/>
                <a:latin typeface="pplxSerif"/>
              </a:rPr>
              <a:t>"8-Puzzle Solver using A Search Algorithm with Manhattan Distance Heuristic"</a:t>
            </a:r>
            <a:r>
              <a:rPr lang="en-IN" b="0" i="0" dirty="0">
                <a:effectLst/>
                <a:latin typeface="pplxSerif"/>
              </a:rPr>
              <a:t>*</a:t>
            </a:r>
          </a:p>
          <a:p>
            <a:pPr algn="l">
              <a:buNone/>
            </a:pPr>
            <a:r>
              <a:rPr lang="en-IN" b="1" i="0" dirty="0">
                <a:effectLst/>
                <a:latin typeface="pplxSerif"/>
              </a:rPr>
              <a:t>🎮 What is 8-Puzzle</a:t>
            </a:r>
            <a:r>
              <a:rPr lang="en-IN" b="1" dirty="0">
                <a:latin typeface="pplxSerif"/>
              </a:rPr>
              <a:t>:</a:t>
            </a:r>
          </a:p>
          <a:p>
            <a:pPr algn="l">
              <a:buNone/>
            </a:pPr>
            <a:r>
              <a:rPr lang="en-IN" dirty="0"/>
              <a:t>A 3×3 sliding puzzle with 8 numbered tiles (1-8) and 1 empty space (0).</a:t>
            </a:r>
          </a:p>
          <a:p>
            <a:pPr algn="l">
              <a:buNone/>
            </a:pPr>
            <a:r>
              <a:rPr lang="en-IN" dirty="0"/>
              <a:t>Goal: Rearrange tiles from START to GOAL configuration using minimum moves</a:t>
            </a:r>
            <a:r>
              <a:rPr lang="en-IN" b="0" i="0" dirty="0">
                <a:solidFill>
                  <a:srgbClr val="C5C8C6"/>
                </a:solidFill>
                <a:effectLst/>
                <a:latin typeface="inherit"/>
              </a:rPr>
              <a:t>.</a:t>
            </a:r>
          </a:p>
          <a:p>
            <a:pPr algn="l">
              <a:buNone/>
            </a:pPr>
            <a:r>
              <a:rPr lang="en-IN" b="1" i="0" dirty="0">
                <a:effectLst/>
                <a:latin typeface="pplxSerif"/>
              </a:rPr>
              <a:t>📋 Test Case Used</a:t>
            </a:r>
            <a:endParaRPr lang="en-IN" dirty="0">
              <a:latin typeface="pplxSerif"/>
            </a:endParaRPr>
          </a:p>
          <a:p>
            <a:pPr algn="l">
              <a:buNone/>
            </a:pPr>
            <a:r>
              <a:rPr lang="en-IN" b="0" i="0" dirty="0">
                <a:effectLst/>
                <a:latin typeface="inherit"/>
              </a:rPr>
              <a:t>**START Configuration:**</a:t>
            </a:r>
          </a:p>
          <a:p>
            <a:pPr algn="l">
              <a:buNone/>
            </a:pPr>
            <a:r>
              <a:rPr lang="en-IN" b="0" i="0" dirty="0">
                <a:effectLst/>
                <a:latin typeface="inherit"/>
              </a:rPr>
              <a:t> 0 1 2</a:t>
            </a:r>
          </a:p>
          <a:p>
            <a:pPr algn="l">
              <a:buNone/>
            </a:pPr>
            <a:r>
              <a:rPr lang="en-IN" b="0" i="0" dirty="0">
                <a:effectLst/>
                <a:latin typeface="inherit"/>
              </a:rPr>
              <a:t>3 4 5</a:t>
            </a:r>
          </a:p>
          <a:p>
            <a:pPr algn="l">
              <a:buNone/>
            </a:pPr>
            <a:r>
              <a:rPr lang="en-IN" b="0" i="0" dirty="0">
                <a:effectLst/>
                <a:latin typeface="inherit"/>
              </a:rPr>
              <a:t>6 7 8</a:t>
            </a:r>
          </a:p>
          <a:p>
            <a:pPr algn="l">
              <a:buNone/>
            </a:pPr>
            <a:r>
              <a:rPr lang="en-IN" b="0" i="0" dirty="0">
                <a:effectLst/>
                <a:latin typeface="inherit"/>
              </a:rPr>
              <a:t>**GOAL Configuration:**</a:t>
            </a:r>
          </a:p>
          <a:p>
            <a:pPr algn="l">
              <a:buNone/>
            </a:pPr>
            <a:r>
              <a:rPr lang="en-IN" b="0" i="0" dirty="0">
                <a:effectLst/>
                <a:latin typeface="inherit"/>
              </a:rPr>
              <a:t>8 7 6</a:t>
            </a:r>
          </a:p>
          <a:p>
            <a:pPr algn="l">
              <a:buNone/>
            </a:pPr>
            <a:r>
              <a:rPr lang="en-IN" b="0" i="0" dirty="0">
                <a:effectLst/>
                <a:latin typeface="inherit"/>
              </a:rPr>
              <a:t>5 4 3</a:t>
            </a:r>
          </a:p>
          <a:p>
            <a:pPr algn="l">
              <a:buNone/>
            </a:pPr>
            <a:r>
              <a:rPr lang="en-IN" b="0" i="0" dirty="0">
                <a:effectLst/>
                <a:latin typeface="inherit"/>
              </a:rPr>
              <a:t>2 1 0</a:t>
            </a:r>
          </a:p>
          <a:p>
            <a:pPr algn="l">
              <a:buNone/>
            </a:pPr>
            <a:r>
              <a:rPr lang="en-IN" b="1" i="0" dirty="0">
                <a:effectLst/>
                <a:latin typeface="pplxSerif"/>
              </a:rPr>
              <a:t>🛠️ Technologies Used</a:t>
            </a:r>
            <a:endParaRPr lang="en-IN" b="0" i="0" dirty="0">
              <a:effectLst/>
              <a:latin typeface="pplxSerif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pplxSerif"/>
              </a:rPr>
              <a:t>Language:</a:t>
            </a:r>
            <a:r>
              <a:rPr lang="en-IN" b="0" i="0" dirty="0">
                <a:effectLst/>
                <a:latin typeface="pplxSerif"/>
              </a:rPr>
              <a:t> Python 3.14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pplxSerif"/>
              </a:rPr>
              <a:t>Algorithm:</a:t>
            </a:r>
            <a:r>
              <a:rPr lang="en-IN" b="0" i="0" dirty="0">
                <a:effectLst/>
                <a:latin typeface="pplxSerif"/>
              </a:rPr>
              <a:t> A* (A-Star) Search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pplxSerif"/>
              </a:rPr>
              <a:t>Data Structure:</a:t>
            </a:r>
            <a:r>
              <a:rPr lang="en-IN" b="0" i="0" dirty="0">
                <a:effectLst/>
                <a:latin typeface="pplxSerif"/>
              </a:rPr>
              <a:t> Priority Queue (</a:t>
            </a:r>
            <a:r>
              <a:rPr lang="en-IN" b="0" i="0" dirty="0" err="1">
                <a:effectLst/>
                <a:latin typeface="pplxSerif"/>
              </a:rPr>
              <a:t>heapq</a:t>
            </a:r>
            <a:r>
              <a:rPr lang="en-IN" b="0" i="0" dirty="0">
                <a:effectLst/>
                <a:latin typeface="pplxSerif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pplxSerif"/>
              </a:rPr>
              <a:t>Heuristic:</a:t>
            </a:r>
            <a:r>
              <a:rPr lang="en-IN" b="0" i="0" dirty="0">
                <a:effectLst/>
                <a:latin typeface="pplxSerif"/>
              </a:rPr>
              <a:t> Manhattan Distance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pplxSerif"/>
              </a:rPr>
              <a:t>IDE:</a:t>
            </a:r>
            <a:r>
              <a:rPr lang="en-IN" b="0" i="0" dirty="0">
                <a:effectLst/>
                <a:latin typeface="pplxSerif"/>
              </a:rPr>
              <a:t> VS Code 2026.4.0,IDLE(3.14),GOOGLE COLAB,COMMAND PROMPT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0740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8B68C7D-3A0E-7235-B269-7099203075E1}"/>
              </a:ext>
            </a:extLst>
          </p:cNvPr>
          <p:cNvSpPr txBox="1"/>
          <p:nvPr/>
        </p:nvSpPr>
        <p:spPr>
          <a:xfrm>
            <a:off x="855408" y="275303"/>
            <a:ext cx="10913806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b="1" i="0" dirty="0">
                <a:effectLst/>
                <a:latin typeface="pplxSerif"/>
              </a:rPr>
              <a:t>                                               </a:t>
            </a:r>
            <a:r>
              <a:rPr lang="en-IN" b="1" i="0" u="sng" dirty="0">
                <a:effectLst/>
                <a:latin typeface="pplxSerif"/>
              </a:rPr>
              <a:t>PROBLEM  DESCRIPTION</a:t>
            </a:r>
            <a:r>
              <a:rPr lang="en-IN" b="0" i="0" u="sng" dirty="0">
                <a:effectLst/>
                <a:latin typeface="pplxSerif"/>
              </a:rPr>
              <a:t> </a:t>
            </a:r>
          </a:p>
          <a:p>
            <a:pPr algn="l">
              <a:buNone/>
            </a:pPr>
            <a:r>
              <a:rPr lang="en-IN" b="1" i="0" dirty="0">
                <a:effectLst/>
                <a:latin typeface="pplxSerif"/>
              </a:rPr>
              <a:t>🎯 Objective</a:t>
            </a:r>
            <a:endParaRPr lang="en-IN" b="0" i="0" dirty="0">
              <a:effectLst/>
              <a:latin typeface="pplxSerif"/>
            </a:endParaRPr>
          </a:p>
          <a:p>
            <a:pPr algn="l">
              <a:buNone/>
            </a:pPr>
            <a:r>
              <a:rPr lang="en-IN" b="0" i="0" dirty="0">
                <a:effectLst/>
                <a:latin typeface="pplxSerif"/>
              </a:rPr>
              <a:t>Create a program that automatically solves any valid 8-puzzle configuration using </a:t>
            </a:r>
            <a:r>
              <a:rPr lang="en-IN" b="1" i="0" dirty="0">
                <a:effectLst/>
                <a:latin typeface="pplxSerif"/>
              </a:rPr>
              <a:t>minimum moves</a:t>
            </a:r>
            <a:r>
              <a:rPr lang="en-IN" b="0" i="0" dirty="0">
                <a:effectLst/>
                <a:latin typeface="pplxSerif"/>
              </a:rPr>
              <a:t>.</a:t>
            </a:r>
          </a:p>
          <a:p>
            <a:pPr algn="l">
              <a:buNone/>
            </a:pPr>
            <a:r>
              <a:rPr lang="en-IN" b="1" i="0" dirty="0">
                <a:effectLst/>
                <a:latin typeface="pplxSerif"/>
              </a:rPr>
              <a:t>🔢 Problem Constraints</a:t>
            </a:r>
            <a:endParaRPr lang="en-IN" b="0" i="0" dirty="0">
              <a:effectLst/>
              <a:latin typeface="pplxSerif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b="0" i="0" dirty="0">
                <a:effectLst/>
                <a:latin typeface="inherit"/>
              </a:rPr>
              <a:t>Grid Size: 3×3 = 9 cells</a:t>
            </a:r>
            <a:endParaRPr lang="en-IN" dirty="0">
              <a:latin typeface="inherit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b="0" i="0" dirty="0">
                <a:effectLst/>
                <a:latin typeface="inherit"/>
              </a:rPr>
              <a:t>Tiles: Numbers 0-8 (0 = blank space)</a:t>
            </a:r>
            <a:endParaRPr lang="en-IN" dirty="0">
              <a:latin typeface="inherit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IN" b="0" i="0" dirty="0">
                <a:effectLst/>
                <a:latin typeface="inherit"/>
              </a:rPr>
              <a:t>Valid Moves: Up, Down, Left, Right (blank space only)</a:t>
            </a:r>
            <a:endParaRPr lang="en-IN" dirty="0">
              <a:latin typeface="inherit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IN" b="0" i="0" dirty="0">
                <a:effectLst/>
                <a:latin typeface="inherit"/>
              </a:rPr>
              <a:t>Total States: 9!/2 = 181,440 solvable configurations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IN" b="1" i="0" dirty="0">
                <a:effectLst/>
                <a:latin typeface="pplxSerif"/>
              </a:rPr>
              <a:t>📊 Complexity</a:t>
            </a:r>
            <a:endParaRPr lang="en-IN" b="0" i="0" dirty="0">
              <a:effectLst/>
              <a:latin typeface="pplxSerif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b="0" i="0" dirty="0">
                <a:effectLst/>
                <a:latin typeface="inherit"/>
              </a:rPr>
              <a:t>Brute Force (BFS): Up to 181,440 calculations ❌ SLOW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b="0" i="0" dirty="0">
                <a:effectLst/>
                <a:latin typeface="inherit"/>
              </a:rPr>
              <a:t>My A* Solution: ~30-50 calculations only ✅ FAST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b="1" i="0" dirty="0">
                <a:effectLst/>
                <a:latin typeface="pplxSerif"/>
              </a:rPr>
              <a:t>🎮 Manual vs Automatic</a:t>
            </a:r>
            <a:endParaRPr lang="en-IN" b="0" i="0" dirty="0">
              <a:effectLst/>
              <a:latin typeface="pplxSerif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b="0" i="0" dirty="0">
                <a:effectLst/>
                <a:latin typeface="inherit"/>
              </a:rPr>
              <a:t>Manual Solving: 10-30 minutes, trial-error</a:t>
            </a:r>
            <a:r>
              <a:rPr lang="en-IN" dirty="0">
                <a:latin typeface="inherit"/>
              </a:rPr>
              <a:t>            </a:t>
            </a:r>
            <a:r>
              <a:rPr lang="en-IN" b="0" i="0" dirty="0">
                <a:effectLst/>
                <a:latin typeface="inherit"/>
              </a:rPr>
              <a:t>My Program: Instant solution, guaranteed optimal!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9238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6F1BDF-A1EC-A51C-431D-2490FB923A15}"/>
              </a:ext>
            </a:extLst>
          </p:cNvPr>
          <p:cNvSpPr txBox="1"/>
          <p:nvPr/>
        </p:nvSpPr>
        <p:spPr>
          <a:xfrm>
            <a:off x="462116" y="173900"/>
            <a:ext cx="12005187" cy="7263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b="1" dirty="0">
                <a:latin typeface="pplxSerif"/>
              </a:rPr>
              <a:t>                                                                            </a:t>
            </a:r>
            <a:r>
              <a:rPr lang="en-IN" b="1" i="0" u="sng" dirty="0">
                <a:effectLst/>
                <a:latin typeface="pplxSerif"/>
              </a:rPr>
              <a:t>ALGORITHM EXPLANATION</a:t>
            </a:r>
            <a:r>
              <a:rPr lang="en-IN" b="0" i="0" u="sng" dirty="0">
                <a:effectLst/>
                <a:latin typeface="pplxSerif"/>
              </a:rPr>
              <a:t> </a:t>
            </a:r>
          </a:p>
          <a:p>
            <a:pPr algn="l">
              <a:buNone/>
            </a:pPr>
            <a:r>
              <a:rPr lang="en-IN" b="0" i="1" dirty="0">
                <a:effectLst/>
                <a:latin typeface="pplxSerif"/>
              </a:rPr>
              <a:t>🧠 </a:t>
            </a:r>
            <a:r>
              <a:rPr lang="en-IN" b="1" i="1" u="sng" dirty="0">
                <a:effectLst/>
                <a:latin typeface="pplxSerif"/>
              </a:rPr>
              <a:t>A* Algorithm (Simple Words)</a:t>
            </a:r>
            <a:endParaRPr lang="en-IN" b="1" i="0" u="sng" dirty="0">
              <a:effectLst/>
              <a:latin typeface="pplxSerif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b="0" i="0" dirty="0">
                <a:effectLst/>
                <a:latin typeface="inherit"/>
              </a:rPr>
              <a:t>Think of GPS </a:t>
            </a:r>
            <a:r>
              <a:rPr lang="en-IN" b="0" i="0" dirty="0" err="1">
                <a:effectLst/>
                <a:latin typeface="inherit"/>
              </a:rPr>
              <a:t>Navigation:Total</a:t>
            </a:r>
            <a:r>
              <a:rPr lang="en-IN" b="0" i="0" dirty="0">
                <a:effectLst/>
                <a:latin typeface="inherit"/>
              </a:rPr>
              <a:t> Cost = Distance Travelled + Distance Left</a:t>
            </a:r>
            <a:endParaRPr lang="en-IN" dirty="0">
              <a:latin typeface="inherit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b="0" i="0" dirty="0">
                <a:effectLst/>
                <a:latin typeface="inherit"/>
              </a:rPr>
              <a:t>In Puzzle </a:t>
            </a:r>
            <a:r>
              <a:rPr lang="en-IN" b="0" i="0" dirty="0" err="1">
                <a:effectLst/>
                <a:latin typeface="inherit"/>
              </a:rPr>
              <a:t>Terms:f</a:t>
            </a:r>
            <a:r>
              <a:rPr lang="en-IN" b="0" i="0" dirty="0">
                <a:effectLst/>
                <a:latin typeface="inherit"/>
              </a:rPr>
              <a:t>(n) = g(n) + h(n)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b="0" i="0" dirty="0">
                <a:effectLst/>
                <a:latin typeface="inherit"/>
              </a:rPr>
              <a:t>            g(n) = Moves made so far                         h(n) = Guess moves needed (Manhattan Distance)</a:t>
            </a:r>
          </a:p>
          <a:p>
            <a:pPr algn="l">
              <a:buNone/>
            </a:pPr>
            <a:r>
              <a:rPr lang="en-IN" b="1" i="0" dirty="0">
                <a:effectLst/>
                <a:latin typeface="pplxSerif"/>
              </a:rPr>
              <a:t>📏 Manhattan Distance Formula</a:t>
            </a:r>
            <a:endParaRPr lang="en-IN" dirty="0">
              <a:latin typeface="pplxSerif"/>
            </a:endParaRPr>
          </a:p>
          <a:p>
            <a:pPr algn="l">
              <a:buNone/>
            </a:pPr>
            <a:r>
              <a:rPr lang="en-IN" b="0" i="0" dirty="0">
                <a:effectLst/>
                <a:latin typeface="inherit"/>
              </a:rPr>
              <a:t>For each tile: |</a:t>
            </a:r>
            <a:r>
              <a:rPr lang="en-IN" b="0" i="0" dirty="0" err="1">
                <a:effectLst/>
                <a:latin typeface="inherit"/>
              </a:rPr>
              <a:t>current_row</a:t>
            </a:r>
            <a:r>
              <a:rPr lang="en-IN" b="0" i="0" dirty="0">
                <a:effectLst/>
                <a:latin typeface="inherit"/>
              </a:rPr>
              <a:t> - </a:t>
            </a:r>
            <a:r>
              <a:rPr lang="en-IN" b="0" i="0" dirty="0" err="1">
                <a:effectLst/>
                <a:latin typeface="inherit"/>
              </a:rPr>
              <a:t>goal_row</a:t>
            </a:r>
            <a:r>
              <a:rPr lang="en-IN" b="0" i="0" dirty="0">
                <a:effectLst/>
                <a:latin typeface="inherit"/>
              </a:rPr>
              <a:t>| + |</a:t>
            </a:r>
            <a:r>
              <a:rPr lang="en-IN" b="0" i="0" dirty="0" err="1">
                <a:effectLst/>
                <a:latin typeface="inherit"/>
              </a:rPr>
              <a:t>current_col</a:t>
            </a:r>
            <a:r>
              <a:rPr lang="en-IN" b="0" i="0" dirty="0">
                <a:effectLst/>
                <a:latin typeface="inherit"/>
              </a:rPr>
              <a:t> - </a:t>
            </a:r>
            <a:r>
              <a:rPr lang="en-IN" b="0" i="0" dirty="0" err="1">
                <a:effectLst/>
                <a:latin typeface="inherit"/>
              </a:rPr>
              <a:t>goal_col</a:t>
            </a:r>
            <a:r>
              <a:rPr lang="en-IN" b="0" i="0" dirty="0">
                <a:effectLst/>
                <a:latin typeface="inherit"/>
              </a:rPr>
              <a:t>|</a:t>
            </a:r>
          </a:p>
          <a:p>
            <a:pPr algn="l">
              <a:buNone/>
            </a:pPr>
            <a:r>
              <a:rPr lang="en-IN" b="0" i="0" dirty="0">
                <a:effectLst/>
                <a:latin typeface="inherit"/>
              </a:rPr>
              <a:t>Example: Tile '5' is at (1,1) but should be at (1,1)</a:t>
            </a:r>
          </a:p>
          <a:p>
            <a:pPr algn="l">
              <a:buNone/>
            </a:pPr>
            <a:r>
              <a:rPr lang="en-IN" b="0" i="0" dirty="0">
                <a:effectLst/>
                <a:latin typeface="inherit"/>
              </a:rPr>
              <a:t>Distance = |1-1| + |1-1| = 0 + 0 = 0 steps</a:t>
            </a:r>
          </a:p>
          <a:p>
            <a:pPr algn="l">
              <a:buNone/>
            </a:pPr>
            <a:r>
              <a:rPr lang="en-IN" b="1" i="0" dirty="0">
                <a:effectLst/>
                <a:latin typeface="pplxSerif"/>
              </a:rPr>
              <a:t>🔄 Algorithm Steps</a:t>
            </a:r>
            <a:endParaRPr lang="en-IN" b="0" i="0" dirty="0">
              <a:effectLst/>
              <a:latin typeface="pplxSerif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b="0" i="0" dirty="0">
                <a:effectLst/>
                <a:latin typeface="pplxSansMono"/>
              </a:rPr>
              <a:t>tex</a:t>
            </a:r>
            <a:r>
              <a:rPr lang="en-IN" b="0" i="0" dirty="0">
                <a:effectLst/>
                <a:latin typeface="inherit"/>
              </a:rPr>
              <a:t>1. Start with initial puzzle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b="0" i="0" dirty="0">
                <a:effectLst/>
                <a:latin typeface="inherit"/>
              </a:rPr>
              <a:t>2. Calculate "smart score" for each possible move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b="0" i="0" dirty="0">
                <a:effectLst/>
                <a:latin typeface="inherit"/>
              </a:rPr>
              <a:t>3. Pick BEST move (lowest score)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b="0" i="0" dirty="0">
                <a:effectLst/>
                <a:latin typeface="inherit"/>
              </a:rPr>
              <a:t>4. Repeat until solved</a:t>
            </a:r>
            <a:endParaRPr lang="en-IN" dirty="0">
              <a:latin typeface="inherit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b="0" i="0" dirty="0">
                <a:effectLst/>
                <a:latin typeface="inherit"/>
              </a:rPr>
              <a:t>5. Track visited states (avoid loops)</a:t>
            </a:r>
          </a:p>
          <a:p>
            <a:pPr>
              <a:buNone/>
            </a:pPr>
            <a:br>
              <a:rPr lang="en-IN" dirty="0"/>
            </a:br>
            <a:endParaRPr lang="en-IN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01F8A16-C647-2CCB-1D73-1D5227C4FFD3}"/>
              </a:ext>
            </a:extLst>
          </p:cNvPr>
          <p:cNvCxnSpPr>
            <a:cxnSpLocks/>
          </p:cNvCxnSpPr>
          <p:nvPr/>
        </p:nvCxnSpPr>
        <p:spPr>
          <a:xfrm flipH="1">
            <a:off x="1396181" y="1730477"/>
            <a:ext cx="1130709" cy="3539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21B66B1-EB6D-F5FB-D897-A1E78509FA33}"/>
              </a:ext>
            </a:extLst>
          </p:cNvPr>
          <p:cNvCxnSpPr>
            <a:cxnSpLocks/>
          </p:cNvCxnSpPr>
          <p:nvPr/>
        </p:nvCxnSpPr>
        <p:spPr>
          <a:xfrm>
            <a:off x="3618271" y="1730477"/>
            <a:ext cx="1209368" cy="3539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69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38063D-6809-5AFC-6A3A-FDB736A7D0F5}"/>
              </a:ext>
            </a:extLst>
          </p:cNvPr>
          <p:cNvSpPr txBox="1"/>
          <p:nvPr/>
        </p:nvSpPr>
        <p:spPr>
          <a:xfrm>
            <a:off x="1022555" y="568019"/>
            <a:ext cx="11090787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2200" b="1" i="0" u="sng" dirty="0">
                <a:effectLst/>
                <a:latin typeface="pplxSerif"/>
              </a:rPr>
              <a:t> TEST CASE ANALYSIS</a:t>
            </a:r>
            <a:r>
              <a:rPr lang="en-IN" b="0" i="0" dirty="0">
                <a:effectLst/>
                <a:latin typeface="pplxSerif"/>
              </a:rPr>
              <a:t> </a:t>
            </a:r>
          </a:p>
          <a:p>
            <a:pPr algn="l">
              <a:buNone/>
            </a:pPr>
            <a:r>
              <a:rPr lang="en-IN" b="1" i="0" dirty="0">
                <a:effectLst/>
                <a:latin typeface="pplxSerif"/>
              </a:rPr>
              <a:t>🎯 Test Case Selected</a:t>
            </a:r>
            <a:endParaRPr lang="en-IN" dirty="0">
              <a:latin typeface="pplxSansMono"/>
            </a:endParaRPr>
          </a:p>
          <a:p>
            <a:pPr algn="l">
              <a:buNone/>
            </a:pPr>
            <a:r>
              <a:rPr lang="en-IN" b="0" i="0" dirty="0">
                <a:effectLst/>
                <a:latin typeface="inherit"/>
              </a:rPr>
              <a:t>**START (Perfectly Ordered):**</a:t>
            </a:r>
          </a:p>
          <a:p>
            <a:pPr algn="l">
              <a:buNone/>
            </a:pPr>
            <a:r>
              <a:rPr lang="en-IN" b="0" i="0" dirty="0">
                <a:effectLst/>
                <a:latin typeface="inherit"/>
              </a:rPr>
              <a:t>Row 1: 0 1 2</a:t>
            </a:r>
          </a:p>
          <a:p>
            <a:pPr algn="l">
              <a:buNone/>
            </a:pPr>
            <a:r>
              <a:rPr lang="en-IN" b="0" i="0" dirty="0">
                <a:effectLst/>
                <a:latin typeface="inherit"/>
              </a:rPr>
              <a:t>Row 2: 3 4 5  </a:t>
            </a:r>
          </a:p>
          <a:p>
            <a:pPr algn="l">
              <a:buNone/>
            </a:pPr>
            <a:r>
              <a:rPr lang="en-IN" b="0" i="0" dirty="0">
                <a:effectLst/>
                <a:latin typeface="inherit"/>
              </a:rPr>
              <a:t>Row 3: 6 7 </a:t>
            </a:r>
            <a:r>
              <a:rPr lang="en-IN" dirty="0">
                <a:latin typeface="inherit"/>
              </a:rPr>
              <a:t>8</a:t>
            </a:r>
          </a:p>
          <a:p>
            <a:pPr algn="l">
              <a:buNone/>
            </a:pPr>
            <a:r>
              <a:rPr lang="en-IN" b="0" i="0" dirty="0">
                <a:effectLst/>
                <a:latin typeface="inherit"/>
              </a:rPr>
              <a:t>**GOAL (Perfectly Reversed):**</a:t>
            </a:r>
            <a:endParaRPr lang="en-IN" dirty="0">
              <a:latin typeface="inherit"/>
            </a:endParaRPr>
          </a:p>
          <a:p>
            <a:pPr algn="l">
              <a:buNone/>
            </a:pPr>
            <a:r>
              <a:rPr lang="en-IN" b="0" i="0" dirty="0">
                <a:effectLst/>
                <a:latin typeface="inherit"/>
              </a:rPr>
              <a:t>Row 1: 8 7 6</a:t>
            </a:r>
          </a:p>
          <a:p>
            <a:pPr algn="l">
              <a:buNone/>
            </a:pPr>
            <a:r>
              <a:rPr lang="en-IN" b="0" i="0" dirty="0">
                <a:effectLst/>
                <a:latin typeface="inherit"/>
              </a:rPr>
              <a:t>Row 2: 5 4 3</a:t>
            </a:r>
          </a:p>
          <a:p>
            <a:pPr algn="l">
              <a:buNone/>
            </a:pPr>
            <a:r>
              <a:rPr lang="en-IN" b="0" i="0" dirty="0">
                <a:effectLst/>
                <a:latin typeface="inherit"/>
              </a:rPr>
              <a:t>Row 3: 2 1 0</a:t>
            </a:r>
          </a:p>
          <a:p>
            <a:pPr algn="l">
              <a:buNone/>
            </a:pPr>
            <a:r>
              <a:rPr lang="en-IN" b="1" i="0" dirty="0">
                <a:effectLst/>
                <a:latin typeface="pplxSerif"/>
              </a:rPr>
              <a:t>                                                                         📊 </a:t>
            </a:r>
            <a:r>
              <a:rPr lang="en-IN" b="1" i="0" u="sng" dirty="0">
                <a:effectLst/>
                <a:latin typeface="pplxSerif"/>
              </a:rPr>
              <a:t>Expected Challeng</a:t>
            </a:r>
            <a:r>
              <a:rPr lang="en-IN" b="1" u="sng" dirty="0">
                <a:latin typeface="pplxSerif"/>
              </a:rPr>
              <a:t>es</a:t>
            </a:r>
          </a:p>
          <a:p>
            <a:pPr algn="l">
              <a:buNone/>
            </a:pPr>
            <a:r>
              <a:rPr lang="en-IN" b="1" i="0" dirty="0">
                <a:effectLst/>
                <a:latin typeface="pplxSerif"/>
              </a:rPr>
              <a:t>                                                                  -</a:t>
            </a:r>
            <a:r>
              <a:rPr lang="en-IN" b="0" i="0" dirty="0">
                <a:effectLst/>
                <a:latin typeface="inherit"/>
              </a:rPr>
              <a:t>Maximum tile displacement needed</a:t>
            </a:r>
          </a:p>
          <a:p>
            <a:pPr algn="l"/>
            <a:r>
              <a:rPr lang="en-IN" dirty="0">
                <a:latin typeface="inherit"/>
              </a:rPr>
              <a:t>                                                                   -</a:t>
            </a:r>
            <a:r>
              <a:rPr lang="en-IN" b="0" i="0" dirty="0">
                <a:effectLst/>
                <a:latin typeface="inherit"/>
              </a:rPr>
              <a:t> Tests heuristic accuracy</a:t>
            </a:r>
          </a:p>
          <a:p>
            <a:pPr algn="l"/>
            <a:r>
              <a:rPr lang="en-IN" dirty="0">
                <a:latin typeface="inherit"/>
              </a:rPr>
              <a:t>                                                                   -</a:t>
            </a:r>
            <a:r>
              <a:rPr lang="en-IN" b="0" i="0" dirty="0">
                <a:effectLst/>
                <a:latin typeface="inherit"/>
              </a:rPr>
              <a:t> Verifies optimal path finding</a:t>
            </a:r>
          </a:p>
          <a:p>
            <a:pPr algn="l"/>
            <a:r>
              <a:rPr lang="en-IN" dirty="0">
                <a:latin typeface="inherit"/>
              </a:rPr>
              <a:t>                                                                   -</a:t>
            </a:r>
            <a:r>
              <a:rPr lang="en-IN" b="0" i="0" dirty="0">
                <a:effectLst/>
                <a:latin typeface="inherit"/>
              </a:rPr>
              <a:t> Complete grid rearrangement</a:t>
            </a:r>
          </a:p>
          <a:p>
            <a:pPr algn="l">
              <a:buNone/>
            </a:pPr>
            <a:r>
              <a:rPr lang="en-IN" b="1" i="0" dirty="0">
                <a:effectLst/>
                <a:latin typeface="pplxSerif"/>
              </a:rPr>
              <a:t>✅ Solvability Check</a:t>
            </a:r>
            <a:endParaRPr lang="en-IN" dirty="0">
              <a:latin typeface="pplxSansMono"/>
            </a:endParaRPr>
          </a:p>
          <a:p>
            <a:pPr algn="l">
              <a:buNone/>
            </a:pPr>
            <a:r>
              <a:rPr lang="en-IN" b="0" i="0" dirty="0">
                <a:effectLst/>
                <a:latin typeface="inherit"/>
              </a:rPr>
              <a:t>Inversions START: 0 (even)</a:t>
            </a:r>
          </a:p>
          <a:p>
            <a:pPr algn="l">
              <a:buNone/>
            </a:pPr>
            <a:r>
              <a:rPr lang="en-IN" b="0" i="0" dirty="0">
                <a:effectLst/>
                <a:latin typeface="inherit"/>
              </a:rPr>
              <a:t>Inversions GOAL: 36 (even) 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b="0" i="0" dirty="0">
                <a:effectLst/>
                <a:latin typeface="inherit"/>
              </a:rPr>
              <a:t>→ Puzzle is SOLVABLE ✓</a:t>
            </a:r>
            <a:endParaRPr lang="en-IN" b="0" i="0" dirty="0">
              <a:effectLst/>
              <a:latin typeface="pplxSansMono"/>
            </a:endParaRPr>
          </a:p>
        </p:txBody>
      </p:sp>
    </p:spTree>
    <p:extLst>
      <p:ext uri="{BB962C8B-B14F-4D97-AF65-F5344CB8AC3E}">
        <p14:creationId xmlns:p14="http://schemas.microsoft.com/office/powerpoint/2010/main" val="4124541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B2EFAE-5300-E0FB-DD50-DF96E9C0D2B4}"/>
              </a:ext>
            </a:extLst>
          </p:cNvPr>
          <p:cNvSpPr txBox="1"/>
          <p:nvPr/>
        </p:nvSpPr>
        <p:spPr>
          <a:xfrm>
            <a:off x="93407" y="0"/>
            <a:ext cx="11488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DEVELOPMENT OF CODE:      </a:t>
            </a:r>
            <a:r>
              <a:rPr lang="en-US" b="1" u="sng" dirty="0"/>
              <a:t>FIRST VERSION</a:t>
            </a:r>
            <a:r>
              <a:rPr lang="en-US" dirty="0"/>
              <a:t>(</a:t>
            </a:r>
            <a:r>
              <a:rPr lang="en-US" dirty="0">
                <a:highlight>
                  <a:srgbClr val="FFFF00"/>
                </a:highlight>
              </a:rPr>
              <a:t>WITHOUT HEAPQ) TRYING BUT ONLY LEGAL MOVES</a:t>
            </a:r>
            <a:endParaRPr lang="en-IN" dirty="0">
              <a:highlight>
                <a:srgbClr val="FFFF00"/>
              </a:highlight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F525B9-B6D8-86A8-FF87-1CF47B60BB05}"/>
              </a:ext>
            </a:extLst>
          </p:cNvPr>
          <p:cNvSpPr txBox="1"/>
          <p:nvPr/>
        </p:nvSpPr>
        <p:spPr>
          <a:xfrm>
            <a:off x="0" y="874923"/>
            <a:ext cx="6100916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#Taking input for initial puzzle values</a:t>
            </a:r>
          </a:p>
          <a:p>
            <a:r>
              <a:rPr lang="en-IN" sz="1200" dirty="0"/>
              <a:t>print("please enter the initial values for 8 puzzle game must contain 0-8 only")</a:t>
            </a:r>
          </a:p>
          <a:p>
            <a:r>
              <a:rPr lang="en-IN" sz="1200" dirty="0"/>
              <a:t>a = int(input("Enter the value for a: "))</a:t>
            </a:r>
          </a:p>
          <a:p>
            <a:r>
              <a:rPr lang="en-IN" sz="1200" dirty="0"/>
              <a:t>b = int(input("Enter the value for b: "))</a:t>
            </a:r>
          </a:p>
          <a:p>
            <a:r>
              <a:rPr lang="en-IN" sz="1200" dirty="0"/>
              <a:t>c = int(input("Enter the value for c: "))</a:t>
            </a:r>
          </a:p>
          <a:p>
            <a:r>
              <a:rPr lang="en-IN" sz="1200" dirty="0"/>
              <a:t>d = int(input("Enter the value for d: "))</a:t>
            </a:r>
          </a:p>
          <a:p>
            <a:r>
              <a:rPr lang="en-IN" sz="1200" dirty="0"/>
              <a:t>e = int(input("Enter the value for e: "))</a:t>
            </a:r>
          </a:p>
          <a:p>
            <a:r>
              <a:rPr lang="en-IN" sz="1200" dirty="0"/>
              <a:t>f = int(input("Enter the value for f: "))</a:t>
            </a:r>
          </a:p>
          <a:p>
            <a:r>
              <a:rPr lang="en-IN" sz="1200" dirty="0"/>
              <a:t>g = int(input("Enter the value for g: "))</a:t>
            </a:r>
          </a:p>
          <a:p>
            <a:r>
              <a:rPr lang="en-IN" sz="1200" dirty="0"/>
              <a:t>h = int(input("Enter the value for h: "))</a:t>
            </a:r>
          </a:p>
          <a:p>
            <a:r>
              <a:rPr lang="en-IN" sz="1200" dirty="0" err="1"/>
              <a:t>i</a:t>
            </a:r>
            <a:r>
              <a:rPr lang="en-IN" sz="1200" dirty="0"/>
              <a:t> = int(input("Enter the value for i: "))</a:t>
            </a:r>
          </a:p>
          <a:p>
            <a:r>
              <a:rPr lang="en-IN" sz="1200" dirty="0"/>
              <a:t>puzzle = [[a, b, c],</a:t>
            </a:r>
          </a:p>
          <a:p>
            <a:r>
              <a:rPr lang="en-IN" sz="1200" dirty="0"/>
              <a:t>        [d, e, f],</a:t>
            </a:r>
          </a:p>
          <a:p>
            <a:r>
              <a:rPr lang="en-IN" sz="1200" dirty="0"/>
              <a:t>        [g, h, </a:t>
            </a:r>
            <a:r>
              <a:rPr lang="en-IN" sz="1200" dirty="0" err="1"/>
              <a:t>i</a:t>
            </a:r>
            <a:r>
              <a:rPr lang="en-IN" sz="1200" dirty="0"/>
              <a:t>]]</a:t>
            </a:r>
          </a:p>
          <a:p>
            <a:r>
              <a:rPr lang="en-IN" sz="1200" dirty="0"/>
              <a:t>print(</a:t>
            </a:r>
            <a:r>
              <a:rPr lang="en-IN" sz="1200" dirty="0" err="1"/>
              <a:t>f"initial</a:t>
            </a:r>
            <a:r>
              <a:rPr lang="en-IN" sz="1200" dirty="0"/>
              <a:t> puzzle:--",puzzle)</a:t>
            </a:r>
          </a:p>
          <a:p>
            <a:r>
              <a:rPr lang="en-IN" sz="1200" dirty="0"/>
              <a:t>def </a:t>
            </a:r>
            <a:r>
              <a:rPr lang="en-IN" sz="1200" dirty="0" err="1"/>
              <a:t>find_the_blank</a:t>
            </a:r>
            <a:r>
              <a:rPr lang="en-IN" sz="1200" dirty="0"/>
              <a:t>(puzzle):</a:t>
            </a:r>
          </a:p>
          <a:p>
            <a:r>
              <a:rPr lang="en-IN" sz="1200" dirty="0"/>
              <a:t>    for r in range(3):</a:t>
            </a:r>
          </a:p>
          <a:p>
            <a:r>
              <a:rPr lang="en-IN" sz="1200" dirty="0"/>
              <a:t>        for c in range(3):</a:t>
            </a:r>
          </a:p>
          <a:p>
            <a:r>
              <a:rPr lang="en-IN" sz="1200" dirty="0"/>
              <a:t>            if puzzle[r][c] == 0:</a:t>
            </a:r>
          </a:p>
          <a:p>
            <a:r>
              <a:rPr lang="en-IN" sz="1200" dirty="0"/>
              <a:t>                # Return the 1-based row and column for clarity</a:t>
            </a:r>
          </a:p>
          <a:p>
            <a:r>
              <a:rPr lang="en-IN" sz="1200" dirty="0"/>
              <a:t>                return r + 1, c + 1</a:t>
            </a:r>
          </a:p>
          <a:p>
            <a:r>
              <a:rPr lang="en-IN" sz="1200" dirty="0"/>
              <a:t>    return None # Should not happen in a valid puzzle</a:t>
            </a:r>
          </a:p>
          <a:p>
            <a:r>
              <a:rPr lang="en-IN" sz="1200" dirty="0" err="1"/>
              <a:t>blank_row</a:t>
            </a:r>
            <a:r>
              <a:rPr lang="en-IN" sz="1200" dirty="0"/>
              <a:t>, </a:t>
            </a:r>
            <a:r>
              <a:rPr lang="en-IN" sz="1200" dirty="0" err="1"/>
              <a:t>blank_col</a:t>
            </a:r>
            <a:r>
              <a:rPr lang="en-IN" sz="1200" dirty="0"/>
              <a:t> = </a:t>
            </a:r>
            <a:r>
              <a:rPr lang="en-IN" sz="1200" dirty="0" err="1"/>
              <a:t>find_the_blank</a:t>
            </a:r>
            <a:r>
              <a:rPr lang="en-IN" sz="1200" dirty="0"/>
              <a:t>(puzzle)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A6B419-9896-403F-14CE-98D645354C35}"/>
              </a:ext>
            </a:extLst>
          </p:cNvPr>
          <p:cNvSpPr txBox="1"/>
          <p:nvPr/>
        </p:nvSpPr>
        <p:spPr>
          <a:xfrm>
            <a:off x="5997677" y="428178"/>
            <a:ext cx="61009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print(</a:t>
            </a:r>
            <a:r>
              <a:rPr lang="en-IN" sz="1200" dirty="0" err="1"/>
              <a:t>f"The</a:t>
            </a:r>
            <a:r>
              <a:rPr lang="en-IN" sz="1200" dirty="0"/>
              <a:t> initial position of the blank is: row {</a:t>
            </a:r>
            <a:r>
              <a:rPr lang="en-IN" sz="1200" dirty="0" err="1"/>
              <a:t>blank_row</a:t>
            </a:r>
            <a:r>
              <a:rPr lang="en-IN" sz="1200" dirty="0"/>
              <a:t>}, col {</a:t>
            </a:r>
            <a:r>
              <a:rPr lang="en-IN" sz="1200" dirty="0" err="1"/>
              <a:t>blank_col</a:t>
            </a:r>
            <a:r>
              <a:rPr lang="en-IN" sz="1200" dirty="0"/>
              <a:t>}")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A62E74-6813-CFFD-1AF3-63046ABE5443}"/>
              </a:ext>
            </a:extLst>
          </p:cNvPr>
          <p:cNvSpPr txBox="1"/>
          <p:nvPr/>
        </p:nvSpPr>
        <p:spPr>
          <a:xfrm>
            <a:off x="5808406" y="566677"/>
            <a:ext cx="610091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#</a:t>
            </a:r>
            <a:r>
              <a:rPr lang="en-IN" dirty="0"/>
              <a:t> </a:t>
            </a:r>
            <a:r>
              <a:rPr lang="en-IN" sz="1200" dirty="0"/>
              <a:t>if moving up is legal</a:t>
            </a:r>
          </a:p>
          <a:p>
            <a:r>
              <a:rPr lang="en-IN" sz="1200" dirty="0"/>
              <a:t>if </a:t>
            </a:r>
            <a:r>
              <a:rPr lang="en-IN" sz="1200" dirty="0" err="1"/>
              <a:t>blank_row</a:t>
            </a:r>
            <a:r>
              <a:rPr lang="en-IN" sz="1200" dirty="0"/>
              <a:t> &gt; 1:</a:t>
            </a:r>
          </a:p>
          <a:p>
            <a:r>
              <a:rPr lang="en-IN" sz="1200" dirty="0"/>
              <a:t>    # The 1-based row number for the blank after moving up</a:t>
            </a:r>
          </a:p>
          <a:p>
            <a:r>
              <a:rPr lang="en-IN" sz="1200" dirty="0"/>
              <a:t>    new_blank_row_1based = </a:t>
            </a:r>
            <a:r>
              <a:rPr lang="en-IN" sz="1200" dirty="0" err="1"/>
              <a:t>blank_row</a:t>
            </a:r>
            <a:r>
              <a:rPr lang="en-IN" sz="1200" dirty="0"/>
              <a:t> - 1</a:t>
            </a:r>
          </a:p>
          <a:p>
            <a:endParaRPr lang="en-IN" sz="1200" dirty="0"/>
          </a:p>
          <a:p>
            <a:r>
              <a:rPr lang="en-IN" sz="1200" dirty="0"/>
              <a:t>    # Get 0-based indices for current blank and target position</a:t>
            </a:r>
          </a:p>
          <a:p>
            <a:r>
              <a:rPr lang="en-IN" sz="1200" dirty="0"/>
              <a:t>    current_blank_0based_row = </a:t>
            </a:r>
            <a:r>
              <a:rPr lang="en-IN" sz="1200" dirty="0" err="1"/>
              <a:t>blank_row</a:t>
            </a:r>
            <a:r>
              <a:rPr lang="en-IN" sz="1200" dirty="0"/>
              <a:t> - 1</a:t>
            </a:r>
          </a:p>
          <a:p>
            <a:r>
              <a:rPr lang="en-IN" sz="1200" dirty="0"/>
              <a:t>    current_blank_0based_col = </a:t>
            </a:r>
            <a:r>
              <a:rPr lang="en-IN" sz="1200" dirty="0" err="1"/>
              <a:t>blank_col</a:t>
            </a:r>
            <a:r>
              <a:rPr lang="en-IN" sz="1200" dirty="0"/>
              <a:t> - 1</a:t>
            </a:r>
          </a:p>
          <a:p>
            <a:r>
              <a:rPr lang="en-IN" sz="1200" dirty="0"/>
              <a:t>    target_0based_row = new_blank_row_1based - 1</a:t>
            </a:r>
          </a:p>
          <a:p>
            <a:endParaRPr lang="en-IN" sz="1200" dirty="0"/>
          </a:p>
          <a:p>
            <a:r>
              <a:rPr lang="en-IN" sz="1200" dirty="0"/>
              <a:t>    # Exchange the values to simulate moving the blank up</a:t>
            </a:r>
          </a:p>
          <a:p>
            <a:r>
              <a:rPr lang="en-IN" sz="1200" dirty="0"/>
              <a:t>    puzzle[current_blank_0based_row][current_blank_0based_col], puzzle[target_0based_row][current_blank_0based_col] = \</a:t>
            </a:r>
          </a:p>
          <a:p>
            <a:r>
              <a:rPr lang="en-IN" sz="1200" dirty="0"/>
              <a:t>    puzzle[target_0based_row][current_blank_0based_col], puzzle[current_blank_0based_row][current_blank_0based_col]</a:t>
            </a:r>
          </a:p>
          <a:p>
            <a:endParaRPr lang="en-IN" sz="1200" dirty="0"/>
          </a:p>
          <a:p>
            <a:r>
              <a:rPr lang="en-IN" sz="1200" dirty="0"/>
              <a:t>print(</a:t>
            </a:r>
            <a:r>
              <a:rPr lang="en-IN" sz="1200" dirty="0" err="1"/>
              <a:t>f"the</a:t>
            </a:r>
            <a:r>
              <a:rPr lang="en-IN" sz="1200" dirty="0"/>
              <a:t> next position of the blank after moving up: row {target_0based_row+1}, col {current_blank_0based_col+1}")</a:t>
            </a:r>
          </a:p>
          <a:p>
            <a:r>
              <a:rPr lang="en-IN" sz="1200" dirty="0"/>
              <a:t>print(</a:t>
            </a:r>
            <a:r>
              <a:rPr lang="en-IN" sz="1200" dirty="0" err="1"/>
              <a:t>f"result</a:t>
            </a:r>
            <a:r>
              <a:rPr lang="en-IN" sz="1200" dirty="0"/>
              <a:t> :--" ,puzzle)</a:t>
            </a:r>
          </a:p>
        </p:txBody>
      </p:sp>
    </p:spTree>
    <p:extLst>
      <p:ext uri="{BB962C8B-B14F-4D97-AF65-F5344CB8AC3E}">
        <p14:creationId xmlns:p14="http://schemas.microsoft.com/office/powerpoint/2010/main" val="2017119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74324A-7EE0-494F-A598-883AC7467E9A}"/>
              </a:ext>
            </a:extLst>
          </p:cNvPr>
          <p:cNvSpPr txBox="1"/>
          <p:nvPr/>
        </p:nvSpPr>
        <p:spPr>
          <a:xfrm>
            <a:off x="0" y="109648"/>
            <a:ext cx="6105832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# Re-find the blank's position after the 'move up' operation</a:t>
            </a:r>
          </a:p>
          <a:p>
            <a:r>
              <a:rPr lang="en-IN" sz="1200" dirty="0" err="1"/>
              <a:t>blank_row</a:t>
            </a:r>
            <a:r>
              <a:rPr lang="en-IN" sz="1200" dirty="0"/>
              <a:t>, </a:t>
            </a:r>
            <a:r>
              <a:rPr lang="en-IN" sz="1200" dirty="0" err="1"/>
              <a:t>blank_col</a:t>
            </a:r>
            <a:r>
              <a:rPr lang="en-IN" sz="1200" dirty="0"/>
              <a:t> = </a:t>
            </a:r>
            <a:r>
              <a:rPr lang="en-IN" sz="1200" dirty="0" err="1"/>
              <a:t>find_the_blank</a:t>
            </a:r>
            <a:r>
              <a:rPr lang="en-IN" sz="1200" dirty="0"/>
              <a:t>(puzzle)</a:t>
            </a:r>
          </a:p>
          <a:p>
            <a:r>
              <a:rPr lang="en-IN" sz="1200" dirty="0"/>
              <a:t>print(</a:t>
            </a:r>
            <a:r>
              <a:rPr lang="en-IN" sz="1200" dirty="0" err="1"/>
              <a:t>f"Position</a:t>
            </a:r>
            <a:r>
              <a:rPr lang="en-IN" sz="1200" dirty="0"/>
              <a:t> of the blank before attempting to move down: row {</a:t>
            </a:r>
            <a:r>
              <a:rPr lang="en-IN" sz="1200" dirty="0" err="1"/>
              <a:t>blank_row</a:t>
            </a:r>
            <a:r>
              <a:rPr lang="en-IN" sz="1200" dirty="0"/>
              <a:t>}, col {</a:t>
            </a:r>
            <a:r>
              <a:rPr lang="en-IN" sz="1200" dirty="0" err="1"/>
              <a:t>blank_col</a:t>
            </a:r>
            <a:r>
              <a:rPr lang="en-IN" sz="1200" dirty="0"/>
              <a:t>}")</a:t>
            </a:r>
          </a:p>
          <a:p>
            <a:endParaRPr lang="en-IN" sz="1200" dirty="0"/>
          </a:p>
          <a:p>
            <a:r>
              <a:rPr lang="en-IN" sz="1200" dirty="0"/>
              <a:t>#if moving down is legal</a:t>
            </a:r>
          </a:p>
          <a:p>
            <a:r>
              <a:rPr lang="en-IN" sz="1200" dirty="0"/>
              <a:t>if </a:t>
            </a:r>
            <a:r>
              <a:rPr lang="en-IN" sz="1200" dirty="0" err="1"/>
              <a:t>blank_row</a:t>
            </a:r>
            <a:r>
              <a:rPr lang="en-IN" sz="1200" dirty="0"/>
              <a:t> &lt; 3:</a:t>
            </a:r>
          </a:p>
          <a:p>
            <a:r>
              <a:rPr lang="en-IN" sz="1200" dirty="0"/>
              <a:t>    # 0-based indices for the current blank position</a:t>
            </a:r>
          </a:p>
          <a:p>
            <a:r>
              <a:rPr lang="en-IN" sz="1200" dirty="0"/>
              <a:t>    current_blank_0based_row = </a:t>
            </a:r>
            <a:r>
              <a:rPr lang="en-IN" sz="1200" dirty="0" err="1"/>
              <a:t>blank_row</a:t>
            </a:r>
            <a:r>
              <a:rPr lang="en-IN" sz="1200" dirty="0"/>
              <a:t> - 1</a:t>
            </a:r>
          </a:p>
          <a:p>
            <a:r>
              <a:rPr lang="en-IN" sz="1200" dirty="0"/>
              <a:t>    current_blank_0based_col = </a:t>
            </a:r>
            <a:r>
              <a:rPr lang="en-IN" sz="1200" dirty="0" err="1"/>
              <a:t>blank_col</a:t>
            </a:r>
            <a:r>
              <a:rPr lang="en-IN" sz="1200" dirty="0"/>
              <a:t> - 1</a:t>
            </a:r>
          </a:p>
          <a:p>
            <a:endParaRPr lang="en-IN" sz="1200" dirty="0"/>
          </a:p>
          <a:p>
            <a:r>
              <a:rPr lang="en-IN" sz="1200" dirty="0"/>
              <a:t>    # 0-based index for the target position (one row down)</a:t>
            </a:r>
          </a:p>
          <a:p>
            <a:r>
              <a:rPr lang="en-IN" sz="1200" dirty="0"/>
              <a:t>    target_0based_row = current_blank_0based_row + 1</a:t>
            </a:r>
          </a:p>
          <a:p>
            <a:endParaRPr lang="en-IN" sz="1200" dirty="0"/>
          </a:p>
          <a:p>
            <a:r>
              <a:rPr lang="en-IN" sz="1200" dirty="0"/>
              <a:t>    # Exchange the values to simulate moving blank down</a:t>
            </a:r>
          </a:p>
          <a:p>
            <a:r>
              <a:rPr lang="en-IN" sz="1200" dirty="0"/>
              <a:t>    puzzle[current_blank_0based_row][current_blank_0based_col], puzzle[target_0based_row][current_blank_0based_col] = \</a:t>
            </a:r>
          </a:p>
          <a:p>
            <a:r>
              <a:rPr lang="en-IN" sz="1200" dirty="0"/>
              <a:t>    puzzle[target_0based_row][current_blank_0based_col], puzzle[current_blank_0based_row][current_blank_0based_col]</a:t>
            </a:r>
          </a:p>
          <a:p>
            <a:endParaRPr lang="en-IN" sz="1200" dirty="0"/>
          </a:p>
          <a:p>
            <a:r>
              <a:rPr lang="en-IN" sz="1200" dirty="0"/>
              <a:t>    print(</a:t>
            </a:r>
            <a:r>
              <a:rPr lang="en-IN" sz="1200" dirty="0" err="1"/>
              <a:t>f"the</a:t>
            </a:r>
            <a:r>
              <a:rPr lang="en-IN" sz="1200" dirty="0"/>
              <a:t> next position of the blank after moving down: row {target_0based_row+1}, col {current_blank_0based_col+1}")</a:t>
            </a:r>
          </a:p>
          <a:p>
            <a:r>
              <a:rPr lang="en-IN" sz="1200" dirty="0"/>
              <a:t>    print(</a:t>
            </a:r>
            <a:r>
              <a:rPr lang="en-IN" sz="1200" dirty="0" err="1"/>
              <a:t>f"result</a:t>
            </a:r>
            <a:r>
              <a:rPr lang="en-IN" sz="1200" dirty="0"/>
              <a:t> :--" ,puzzle)</a:t>
            </a:r>
          </a:p>
          <a:p>
            <a:r>
              <a:rPr lang="en-IN" sz="1200" dirty="0"/>
              <a:t>else:</a:t>
            </a:r>
          </a:p>
          <a:p>
            <a:r>
              <a:rPr lang="en-IN" sz="1200" dirty="0"/>
              <a:t>    print("Moving down is not legal from the current position.")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947ED6-CFDA-EF62-FBC5-2C787F657013}"/>
              </a:ext>
            </a:extLst>
          </p:cNvPr>
          <p:cNvSpPr txBox="1"/>
          <p:nvPr/>
        </p:nvSpPr>
        <p:spPr>
          <a:xfrm>
            <a:off x="-9832" y="4973878"/>
            <a:ext cx="61058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# Re-find the blank's position after the 'move down' operation</a:t>
            </a:r>
          </a:p>
          <a:p>
            <a:r>
              <a:rPr lang="en-IN" sz="1200" dirty="0" err="1"/>
              <a:t>blank_row</a:t>
            </a:r>
            <a:r>
              <a:rPr lang="en-IN" sz="1200" dirty="0"/>
              <a:t>, </a:t>
            </a:r>
            <a:r>
              <a:rPr lang="en-IN" sz="1200" dirty="0" err="1"/>
              <a:t>blank_col</a:t>
            </a:r>
            <a:r>
              <a:rPr lang="en-IN" sz="1200" dirty="0"/>
              <a:t> = </a:t>
            </a:r>
            <a:r>
              <a:rPr lang="en-IN" sz="1200" dirty="0" err="1"/>
              <a:t>find_the_blank</a:t>
            </a:r>
            <a:r>
              <a:rPr lang="en-IN" sz="1200" dirty="0"/>
              <a:t>(puzzle)</a:t>
            </a:r>
          </a:p>
          <a:p>
            <a:r>
              <a:rPr lang="en-IN" sz="1200" dirty="0"/>
              <a:t>print(</a:t>
            </a:r>
            <a:r>
              <a:rPr lang="en-IN" sz="1200" dirty="0" err="1"/>
              <a:t>f"Position</a:t>
            </a:r>
            <a:r>
              <a:rPr lang="en-IN" sz="1200" dirty="0"/>
              <a:t> of the blank before attempting to move left: row {</a:t>
            </a:r>
            <a:r>
              <a:rPr lang="en-IN" sz="1200" dirty="0" err="1"/>
              <a:t>blank_row</a:t>
            </a:r>
            <a:r>
              <a:rPr lang="en-IN" sz="1200" dirty="0"/>
              <a:t>}, col {</a:t>
            </a:r>
            <a:r>
              <a:rPr lang="en-IN" sz="1200" dirty="0" err="1"/>
              <a:t>blank_col</a:t>
            </a:r>
            <a:r>
              <a:rPr lang="en-IN" sz="1200" dirty="0"/>
              <a:t>}")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414C6C-D5E7-159F-68B1-7F0F10C2C478}"/>
              </a:ext>
            </a:extLst>
          </p:cNvPr>
          <p:cNvSpPr txBox="1"/>
          <p:nvPr/>
        </p:nvSpPr>
        <p:spPr>
          <a:xfrm>
            <a:off x="6221361" y="-159244"/>
            <a:ext cx="6110748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200" dirty="0"/>
          </a:p>
          <a:p>
            <a:r>
              <a:rPr lang="en-IN" sz="1200" dirty="0"/>
              <a:t># if moving left is legal</a:t>
            </a:r>
          </a:p>
          <a:p>
            <a:r>
              <a:rPr lang="en-IN" sz="1200" dirty="0"/>
              <a:t>if </a:t>
            </a:r>
            <a:r>
              <a:rPr lang="en-IN" sz="1200" dirty="0" err="1"/>
              <a:t>blank_col</a:t>
            </a:r>
            <a:r>
              <a:rPr lang="en-IN" sz="1200" dirty="0"/>
              <a:t> &gt; 1:</a:t>
            </a:r>
          </a:p>
          <a:p>
            <a:r>
              <a:rPr lang="en-IN" sz="1200" dirty="0"/>
              <a:t>    # The 1-based column number for the blank after moving left</a:t>
            </a:r>
          </a:p>
          <a:p>
            <a:r>
              <a:rPr lang="en-IN" sz="1200" dirty="0"/>
              <a:t>    new_blank_col_1based = </a:t>
            </a:r>
            <a:r>
              <a:rPr lang="en-IN" sz="1200" dirty="0" err="1"/>
              <a:t>blank_col</a:t>
            </a:r>
            <a:r>
              <a:rPr lang="en-IN" sz="1200" dirty="0"/>
              <a:t> - 1</a:t>
            </a:r>
          </a:p>
          <a:p>
            <a:endParaRPr lang="en-IN" sz="1200" dirty="0"/>
          </a:p>
          <a:p>
            <a:r>
              <a:rPr lang="en-IN" sz="1200" dirty="0"/>
              <a:t>    # Get 0-based indices for current blank and target position</a:t>
            </a:r>
          </a:p>
          <a:p>
            <a:r>
              <a:rPr lang="en-IN" sz="1200" dirty="0"/>
              <a:t>    current_blank_0based_row = </a:t>
            </a:r>
            <a:r>
              <a:rPr lang="en-IN" sz="1200" dirty="0" err="1"/>
              <a:t>blank_row</a:t>
            </a:r>
            <a:r>
              <a:rPr lang="en-IN" sz="1200" dirty="0"/>
              <a:t> - 1</a:t>
            </a:r>
          </a:p>
          <a:p>
            <a:r>
              <a:rPr lang="en-IN" sz="1200" dirty="0"/>
              <a:t>    current_blank_0based_col = </a:t>
            </a:r>
            <a:r>
              <a:rPr lang="en-IN" sz="1200" dirty="0" err="1"/>
              <a:t>blank_col</a:t>
            </a:r>
            <a:r>
              <a:rPr lang="en-IN" sz="1200" dirty="0"/>
              <a:t> - 1</a:t>
            </a:r>
          </a:p>
          <a:p>
            <a:r>
              <a:rPr lang="en-IN" sz="1200" dirty="0"/>
              <a:t>    target_0based_col = new_blank_col_1based - 1</a:t>
            </a:r>
          </a:p>
          <a:p>
            <a:endParaRPr lang="en-IN" sz="1200" dirty="0"/>
          </a:p>
          <a:p>
            <a:r>
              <a:rPr lang="en-IN" sz="1200" dirty="0"/>
              <a:t>    # Exchange the values to simulate moving the blank left</a:t>
            </a:r>
          </a:p>
          <a:p>
            <a:r>
              <a:rPr lang="en-IN" sz="1200" dirty="0"/>
              <a:t>    puzzle[current_blank_0based_row][current_blank_0based_col], puzzle[current_blank_0based_row][target_0based_col] = \</a:t>
            </a:r>
          </a:p>
          <a:p>
            <a:r>
              <a:rPr lang="en-IN" sz="1200" dirty="0"/>
              <a:t>    puzzle[current_blank_0based_row][target_0based_col], puzzle[current_blank_0based_row][current_blank_0based_col]</a:t>
            </a:r>
          </a:p>
          <a:p>
            <a:endParaRPr lang="en-IN" sz="1200" dirty="0"/>
          </a:p>
          <a:p>
            <a:r>
              <a:rPr lang="en-IN" sz="1200" dirty="0"/>
              <a:t>    print(</a:t>
            </a:r>
            <a:r>
              <a:rPr lang="en-IN" sz="1200" dirty="0" err="1"/>
              <a:t>f"the</a:t>
            </a:r>
            <a:r>
              <a:rPr lang="en-IN" sz="1200" dirty="0"/>
              <a:t> next position of the blank after moving left: row {current_blank_0based_row+1}, col {target_0based_col+1}")</a:t>
            </a:r>
          </a:p>
          <a:p>
            <a:r>
              <a:rPr lang="en-IN" sz="1200" dirty="0"/>
              <a:t>    print(</a:t>
            </a:r>
            <a:r>
              <a:rPr lang="en-IN" sz="1200" dirty="0" err="1"/>
              <a:t>f"result</a:t>
            </a:r>
            <a:r>
              <a:rPr lang="en-IN" sz="1200" dirty="0"/>
              <a:t> :--" ,puzzle)</a:t>
            </a:r>
          </a:p>
          <a:p>
            <a:r>
              <a:rPr lang="en-IN" sz="1200" dirty="0"/>
              <a:t>else:</a:t>
            </a:r>
          </a:p>
          <a:p>
            <a:r>
              <a:rPr lang="en-IN" sz="1200" dirty="0"/>
              <a:t>    print("Moving left is not legal from the current position.")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E37375-35ED-1B41-0757-6D542EA18039}"/>
              </a:ext>
            </a:extLst>
          </p:cNvPr>
          <p:cNvSpPr txBox="1"/>
          <p:nvPr/>
        </p:nvSpPr>
        <p:spPr>
          <a:xfrm>
            <a:off x="6017342" y="3890184"/>
            <a:ext cx="617465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# Re-find the blank's position after the 'move left' operation</a:t>
            </a:r>
          </a:p>
          <a:p>
            <a:r>
              <a:rPr lang="en-IN" sz="1200" dirty="0" err="1"/>
              <a:t>blank_row</a:t>
            </a:r>
            <a:r>
              <a:rPr lang="en-IN" sz="1200" dirty="0"/>
              <a:t>, </a:t>
            </a:r>
            <a:r>
              <a:rPr lang="en-IN" sz="1200" dirty="0" err="1"/>
              <a:t>blank_col</a:t>
            </a:r>
            <a:r>
              <a:rPr lang="en-IN" sz="1200" dirty="0"/>
              <a:t> = </a:t>
            </a:r>
            <a:r>
              <a:rPr lang="en-IN" sz="1200" dirty="0" err="1"/>
              <a:t>find_the_blank</a:t>
            </a:r>
            <a:r>
              <a:rPr lang="en-IN" sz="1200" dirty="0"/>
              <a:t>(puzzle)</a:t>
            </a:r>
          </a:p>
          <a:p>
            <a:r>
              <a:rPr lang="en-IN" sz="1200" dirty="0"/>
              <a:t>print(</a:t>
            </a:r>
            <a:r>
              <a:rPr lang="en-IN" sz="1200" dirty="0" err="1"/>
              <a:t>f"Position</a:t>
            </a:r>
            <a:r>
              <a:rPr lang="en-IN" sz="1200" dirty="0"/>
              <a:t> of the blank before attempting to move right: row {</a:t>
            </a:r>
            <a:r>
              <a:rPr lang="en-IN" sz="1200" dirty="0" err="1"/>
              <a:t>blank_row</a:t>
            </a:r>
            <a:r>
              <a:rPr lang="en-IN" sz="1200" dirty="0"/>
              <a:t>}, col {</a:t>
            </a:r>
            <a:r>
              <a:rPr lang="en-IN" sz="1200" dirty="0" err="1"/>
              <a:t>blank_col</a:t>
            </a:r>
            <a:r>
              <a:rPr lang="en-IN" sz="1200" dirty="0"/>
              <a:t>}")</a:t>
            </a:r>
          </a:p>
          <a:p>
            <a:endParaRPr lang="en-IN" sz="1200" dirty="0"/>
          </a:p>
          <a:p>
            <a:r>
              <a:rPr lang="en-IN" sz="1200" dirty="0"/>
              <a:t># if moving right is legal</a:t>
            </a:r>
          </a:p>
          <a:p>
            <a:r>
              <a:rPr lang="en-IN" sz="1200" dirty="0"/>
              <a:t>if </a:t>
            </a:r>
            <a:r>
              <a:rPr lang="en-IN" sz="1200" dirty="0" err="1"/>
              <a:t>blank_col</a:t>
            </a:r>
            <a:r>
              <a:rPr lang="en-IN" sz="1200" dirty="0"/>
              <a:t> &lt; 3:</a:t>
            </a:r>
          </a:p>
          <a:p>
            <a:r>
              <a:rPr lang="en-IN" sz="1200" dirty="0"/>
              <a:t>    # The 1-based column number for the blank after moving right</a:t>
            </a:r>
          </a:p>
          <a:p>
            <a:r>
              <a:rPr lang="en-IN" sz="1200" dirty="0"/>
              <a:t>    new_blank_col_1based = </a:t>
            </a:r>
            <a:r>
              <a:rPr lang="en-IN" sz="1200" dirty="0" err="1"/>
              <a:t>blank_col</a:t>
            </a:r>
            <a:r>
              <a:rPr lang="en-IN" sz="1200" dirty="0"/>
              <a:t> + 1</a:t>
            </a:r>
          </a:p>
          <a:p>
            <a:endParaRPr lang="en-IN" sz="1200" dirty="0"/>
          </a:p>
          <a:p>
            <a:r>
              <a:rPr lang="en-IN" sz="1200" dirty="0"/>
              <a:t>    # Get 0-based indices for current blank and target position</a:t>
            </a:r>
          </a:p>
          <a:p>
            <a:r>
              <a:rPr lang="en-IN" sz="1200" dirty="0"/>
              <a:t>    current_blank_0based_row = </a:t>
            </a:r>
            <a:r>
              <a:rPr lang="en-IN" sz="1200" dirty="0" err="1"/>
              <a:t>blank_row</a:t>
            </a:r>
            <a:r>
              <a:rPr lang="en-IN" sz="1200" dirty="0"/>
              <a:t> - 1</a:t>
            </a:r>
          </a:p>
          <a:p>
            <a:r>
              <a:rPr lang="en-IN" sz="1200" dirty="0"/>
              <a:t>    current_blank_0based_col = </a:t>
            </a:r>
            <a:r>
              <a:rPr lang="en-IN" sz="1200" dirty="0" err="1"/>
              <a:t>blank_col</a:t>
            </a:r>
            <a:r>
              <a:rPr lang="en-IN" sz="1200" dirty="0"/>
              <a:t> - 1</a:t>
            </a:r>
          </a:p>
          <a:p>
            <a:r>
              <a:rPr lang="en-IN" sz="1200" dirty="0"/>
              <a:t>    target_0based_col = current_blank_0based_col + 1</a:t>
            </a:r>
          </a:p>
        </p:txBody>
      </p:sp>
    </p:spTree>
    <p:extLst>
      <p:ext uri="{BB962C8B-B14F-4D97-AF65-F5344CB8AC3E}">
        <p14:creationId xmlns:p14="http://schemas.microsoft.com/office/powerpoint/2010/main" val="2923608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EAADC5-1D22-A3DB-EFE7-1E728BD1158F}"/>
              </a:ext>
            </a:extLst>
          </p:cNvPr>
          <p:cNvSpPr txBox="1"/>
          <p:nvPr/>
        </p:nvSpPr>
        <p:spPr>
          <a:xfrm>
            <a:off x="452284" y="573935"/>
            <a:ext cx="617465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200" dirty="0"/>
          </a:p>
          <a:p>
            <a:r>
              <a:rPr lang="en-IN" sz="1200" dirty="0"/>
              <a:t>    # Exchange the values to simulate moving the blank right</a:t>
            </a:r>
          </a:p>
          <a:p>
            <a:r>
              <a:rPr lang="en-IN" sz="1200" dirty="0"/>
              <a:t>    puzzle[current_blank_0based_row][current_blank_0based_col], puzzle[current_blank_0based_row][target_0based_col] = \</a:t>
            </a:r>
          </a:p>
          <a:p>
            <a:r>
              <a:rPr lang="en-IN" sz="1200" dirty="0"/>
              <a:t>    puzzle[current_blank_0based_row][target_0based_col], puzzle[current_blank_0based_row][current_blank_0based_col]</a:t>
            </a:r>
          </a:p>
          <a:p>
            <a:endParaRPr lang="en-IN" sz="1200" dirty="0"/>
          </a:p>
          <a:p>
            <a:r>
              <a:rPr lang="en-IN" sz="1200" dirty="0"/>
              <a:t>    print(</a:t>
            </a:r>
            <a:r>
              <a:rPr lang="en-IN" sz="1200" dirty="0" err="1"/>
              <a:t>f"the</a:t>
            </a:r>
            <a:r>
              <a:rPr lang="en-IN" sz="1200" dirty="0"/>
              <a:t> next position of the blank after moving right: row {current_blank_0based_row+1}, col {target_0based_col+1}")</a:t>
            </a:r>
          </a:p>
          <a:p>
            <a:r>
              <a:rPr lang="en-IN" sz="1200" dirty="0"/>
              <a:t>    print(</a:t>
            </a:r>
            <a:r>
              <a:rPr lang="en-IN" sz="1200" dirty="0" err="1"/>
              <a:t>f"result</a:t>
            </a:r>
            <a:r>
              <a:rPr lang="en-IN" sz="1200" dirty="0"/>
              <a:t> :--" ,puzzle)</a:t>
            </a:r>
          </a:p>
          <a:p>
            <a:r>
              <a:rPr lang="en-IN" sz="1200" dirty="0"/>
              <a:t>else:</a:t>
            </a:r>
          </a:p>
          <a:p>
            <a:r>
              <a:rPr lang="en-IN" sz="1200" dirty="0"/>
              <a:t>    print("Moving right is not legal from the current position.")</a:t>
            </a:r>
          </a:p>
        </p:txBody>
      </p:sp>
    </p:spTree>
    <p:extLst>
      <p:ext uri="{BB962C8B-B14F-4D97-AF65-F5344CB8AC3E}">
        <p14:creationId xmlns:p14="http://schemas.microsoft.com/office/powerpoint/2010/main" val="481810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E65006-A119-978D-7C92-341A1E4836FC}"/>
              </a:ext>
            </a:extLst>
          </p:cNvPr>
          <p:cNvSpPr txBox="1"/>
          <p:nvPr/>
        </p:nvSpPr>
        <p:spPr>
          <a:xfrm>
            <a:off x="471948" y="0"/>
            <a:ext cx="4768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SECOND VERSION(</a:t>
            </a:r>
            <a:r>
              <a:rPr lang="en-US" dirty="0">
                <a:highlight>
                  <a:srgbClr val="FFFF00"/>
                </a:highlight>
              </a:rPr>
              <a:t>USING MODULES)</a:t>
            </a:r>
            <a:endParaRPr lang="en-IN" b="1" u="sng" dirty="0">
              <a:highlight>
                <a:srgbClr val="FFFF00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C9971B-67B3-B127-46CF-CD7861D88BBD}"/>
              </a:ext>
            </a:extLst>
          </p:cNvPr>
          <p:cNvSpPr txBox="1"/>
          <p:nvPr/>
        </p:nvSpPr>
        <p:spPr>
          <a:xfrm>
            <a:off x="0" y="369332"/>
            <a:ext cx="6100916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import math 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heapq</a:t>
            </a:r>
            <a:endParaRPr lang="en-IN" sz="1200" dirty="0"/>
          </a:p>
          <a:p>
            <a:r>
              <a:rPr lang="en-IN" sz="1200" dirty="0"/>
              <a:t>from copy import </a:t>
            </a:r>
            <a:r>
              <a:rPr lang="en-IN" sz="1200" dirty="0" err="1"/>
              <a:t>deepcopy</a:t>
            </a:r>
            <a:endParaRPr lang="en-IN" sz="1200" dirty="0"/>
          </a:p>
          <a:p>
            <a:r>
              <a:rPr lang="en-IN" sz="1200" dirty="0"/>
              <a:t>#Taking input for initial puzzle values</a:t>
            </a:r>
          </a:p>
          <a:p>
            <a:r>
              <a:rPr lang="en-IN" sz="1200" dirty="0"/>
              <a:t>print("please enter the initial values for 8 puzzle game must contain 0-8 only")</a:t>
            </a:r>
          </a:p>
          <a:p>
            <a:r>
              <a:rPr lang="en-IN" sz="1200" dirty="0"/>
              <a:t>a = int(input("Enter the value for a: "))</a:t>
            </a:r>
          </a:p>
          <a:p>
            <a:r>
              <a:rPr lang="en-IN" sz="1200" dirty="0"/>
              <a:t>b = int(input("Enter the value for b: "))</a:t>
            </a:r>
          </a:p>
          <a:p>
            <a:r>
              <a:rPr lang="en-IN" sz="1200" dirty="0"/>
              <a:t>c = int(input("Enter the value for c: "))</a:t>
            </a:r>
          </a:p>
          <a:p>
            <a:r>
              <a:rPr lang="en-IN" sz="1200" dirty="0"/>
              <a:t>d = int(input("Enter the value for d: "))</a:t>
            </a:r>
          </a:p>
          <a:p>
            <a:r>
              <a:rPr lang="en-IN" sz="1200" dirty="0"/>
              <a:t>e = int(input("Enter the value for e: "))</a:t>
            </a:r>
          </a:p>
          <a:p>
            <a:r>
              <a:rPr lang="en-IN" sz="1200" dirty="0"/>
              <a:t>f = int(input("Enter the value for f: "))</a:t>
            </a:r>
          </a:p>
          <a:p>
            <a:r>
              <a:rPr lang="en-IN" sz="1200" dirty="0"/>
              <a:t>g = int(input("Enter the value for g: "))</a:t>
            </a:r>
          </a:p>
          <a:p>
            <a:r>
              <a:rPr lang="en-IN" sz="1200" dirty="0"/>
              <a:t>h = int(input("Enter the value for h: "))</a:t>
            </a:r>
          </a:p>
          <a:p>
            <a:r>
              <a:rPr lang="en-IN" sz="1200" dirty="0" err="1"/>
              <a:t>i</a:t>
            </a:r>
            <a:r>
              <a:rPr lang="en-IN" sz="1200" dirty="0"/>
              <a:t> = int(input("Enter the value for i: "))</a:t>
            </a:r>
          </a:p>
          <a:p>
            <a:r>
              <a:rPr lang="en-IN" sz="1200" dirty="0"/>
              <a:t># After your start puzzle input (lines 10-18):</a:t>
            </a:r>
          </a:p>
          <a:p>
            <a:r>
              <a:rPr lang="en-IN" sz="1200" dirty="0"/>
              <a:t>print("Enter GOAL puzzle values (must contain 0-8 exactly once):")</a:t>
            </a:r>
          </a:p>
          <a:p>
            <a:r>
              <a:rPr lang="en-IN" sz="1200" dirty="0"/>
              <a:t>j = int(input("Goal j: "))</a:t>
            </a:r>
          </a:p>
          <a:p>
            <a:r>
              <a:rPr lang="en-IN" sz="1200" dirty="0"/>
              <a:t>k = int(input("Goal k: "))</a:t>
            </a:r>
          </a:p>
          <a:p>
            <a:r>
              <a:rPr lang="en-IN" sz="1200" dirty="0"/>
              <a:t>l = int(input("Goal l: "))</a:t>
            </a:r>
          </a:p>
          <a:p>
            <a:r>
              <a:rPr lang="en-IN" sz="1200" dirty="0"/>
              <a:t>m = int(input("Goal m: "))</a:t>
            </a:r>
          </a:p>
          <a:p>
            <a:r>
              <a:rPr lang="en-IN" sz="1200" dirty="0"/>
              <a:t>n = int(input("Goal n: "))</a:t>
            </a:r>
          </a:p>
          <a:p>
            <a:r>
              <a:rPr lang="en-IN" sz="1200" dirty="0"/>
              <a:t>o = int(input("Goal o: "))</a:t>
            </a:r>
          </a:p>
          <a:p>
            <a:r>
              <a:rPr lang="en-IN" sz="1200" dirty="0"/>
              <a:t>p = int(input("Goal p: "))</a:t>
            </a:r>
          </a:p>
          <a:p>
            <a:r>
              <a:rPr lang="en-IN" sz="1200" dirty="0"/>
              <a:t>q = int(input("Goal q: "))</a:t>
            </a:r>
          </a:p>
          <a:p>
            <a:r>
              <a:rPr lang="en-IN" sz="1200" dirty="0"/>
              <a:t>r = int(input("Goal r: "))</a:t>
            </a:r>
          </a:p>
          <a:p>
            <a:r>
              <a:rPr lang="en-IN" sz="1200" dirty="0"/>
              <a:t>GOAL = [[</a:t>
            </a:r>
            <a:r>
              <a:rPr lang="en-IN" sz="1200" dirty="0" err="1"/>
              <a:t>j,k,l</a:t>
            </a:r>
            <a:r>
              <a:rPr lang="en-IN" sz="1200" dirty="0"/>
              <a:t>],[</a:t>
            </a:r>
            <a:r>
              <a:rPr lang="en-IN" sz="1200" dirty="0" err="1"/>
              <a:t>m,n,o</a:t>
            </a:r>
            <a:r>
              <a:rPr lang="en-IN" sz="1200" dirty="0"/>
              <a:t>],[</a:t>
            </a:r>
            <a:r>
              <a:rPr lang="en-IN" sz="1200" dirty="0" err="1"/>
              <a:t>p,q,r</a:t>
            </a:r>
            <a:r>
              <a:rPr lang="en-IN" sz="1200" dirty="0"/>
              <a:t>]]  # Dynami</a:t>
            </a:r>
            <a:r>
              <a:rPr lang="en-IN" dirty="0"/>
              <a:t>c goal!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C5BB9A-0B4E-15E1-9D0D-C067D85DEDC5}"/>
              </a:ext>
            </a:extLst>
          </p:cNvPr>
          <p:cNvSpPr txBox="1"/>
          <p:nvPr/>
        </p:nvSpPr>
        <p:spPr>
          <a:xfrm>
            <a:off x="0" y="5355312"/>
            <a:ext cx="610583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# Validate BOTH puzzles</a:t>
            </a:r>
          </a:p>
          <a:p>
            <a:r>
              <a:rPr lang="en-IN" sz="1200" dirty="0"/>
              <a:t>if not </a:t>
            </a:r>
            <a:r>
              <a:rPr lang="en-IN" sz="1200" dirty="0" err="1"/>
              <a:t>is_valid_puzzle</a:t>
            </a:r>
            <a:r>
              <a:rPr lang="en-IN" sz="1200" dirty="0"/>
              <a:t>(puzzle) or not </a:t>
            </a:r>
            <a:r>
              <a:rPr lang="en-IN" sz="1200" dirty="0" err="1"/>
              <a:t>is_valid_puzzle</a:t>
            </a:r>
            <a:r>
              <a:rPr lang="en-IN" sz="1200" dirty="0"/>
              <a:t>(GOAL):</a:t>
            </a:r>
          </a:p>
          <a:p>
            <a:r>
              <a:rPr lang="en-IN" sz="1200" dirty="0"/>
              <a:t>    print("Invalid start or goal puzzle!")</a:t>
            </a:r>
          </a:p>
          <a:p>
            <a:r>
              <a:rPr lang="en-IN" sz="1200" dirty="0"/>
              <a:t>    exit()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ABB09E-0C09-1E24-6AC7-DB37195FF835}"/>
              </a:ext>
            </a:extLst>
          </p:cNvPr>
          <p:cNvSpPr txBox="1"/>
          <p:nvPr/>
        </p:nvSpPr>
        <p:spPr>
          <a:xfrm>
            <a:off x="5973097" y="184666"/>
            <a:ext cx="6105832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# Add at top - validate puzzle</a:t>
            </a:r>
          </a:p>
          <a:p>
            <a:r>
              <a:rPr lang="en-IN" sz="1200" dirty="0"/>
              <a:t>def </a:t>
            </a:r>
            <a:r>
              <a:rPr lang="en-IN" sz="1200" dirty="0" err="1"/>
              <a:t>is_valid_puzzle</a:t>
            </a:r>
            <a:r>
              <a:rPr lang="en-IN" sz="1200" dirty="0"/>
              <a:t>(puzzle):</a:t>
            </a:r>
          </a:p>
          <a:p>
            <a:r>
              <a:rPr lang="en-IN" sz="1200" dirty="0"/>
              <a:t>    flat = [</a:t>
            </a:r>
            <a:r>
              <a:rPr lang="en-IN" sz="1200" dirty="0" err="1"/>
              <a:t>num</a:t>
            </a:r>
            <a:r>
              <a:rPr lang="en-IN" sz="1200" dirty="0"/>
              <a:t> for row in puzzle for </a:t>
            </a:r>
            <a:r>
              <a:rPr lang="en-IN" sz="1200" dirty="0" err="1"/>
              <a:t>num</a:t>
            </a:r>
            <a:r>
              <a:rPr lang="en-IN" sz="1200" dirty="0"/>
              <a:t> in row]</a:t>
            </a:r>
          </a:p>
          <a:p>
            <a:r>
              <a:rPr lang="en-IN" sz="1200" dirty="0"/>
              <a:t>    return sorted(flat) == list(range(9))  # Must be 0-8 exactly once</a:t>
            </a:r>
          </a:p>
          <a:p>
            <a:r>
              <a:rPr lang="en-IN" sz="1200" dirty="0"/>
              <a:t>puzzle = [[a, b, c],</a:t>
            </a:r>
          </a:p>
          <a:p>
            <a:r>
              <a:rPr lang="en-IN" sz="1200" dirty="0"/>
              <a:t>        [d, e, f],</a:t>
            </a:r>
          </a:p>
          <a:p>
            <a:r>
              <a:rPr lang="en-IN" sz="1200" dirty="0"/>
              <a:t>        [g, h, </a:t>
            </a:r>
            <a:r>
              <a:rPr lang="en-IN" sz="1200" dirty="0" err="1"/>
              <a:t>i</a:t>
            </a:r>
            <a:r>
              <a:rPr lang="en-IN" sz="1200" dirty="0"/>
              <a:t>]]</a:t>
            </a:r>
          </a:p>
          <a:p>
            <a:r>
              <a:rPr lang="en-IN" sz="1200" dirty="0"/>
              <a:t>print(</a:t>
            </a:r>
            <a:r>
              <a:rPr lang="en-IN" sz="1200" dirty="0" err="1"/>
              <a:t>f"initial</a:t>
            </a:r>
            <a:r>
              <a:rPr lang="en-IN" sz="1200" dirty="0"/>
              <a:t> puzzle:--",puzzle)</a:t>
            </a:r>
          </a:p>
          <a:p>
            <a:r>
              <a:rPr lang="en-IN" sz="1200" dirty="0"/>
              <a:t># After input, add:</a:t>
            </a:r>
          </a:p>
          <a:p>
            <a:r>
              <a:rPr lang="en-IN" sz="1200" dirty="0"/>
              <a:t>if not </a:t>
            </a:r>
            <a:r>
              <a:rPr lang="en-IN" sz="1200" dirty="0" err="1"/>
              <a:t>is_valid_puzzle</a:t>
            </a:r>
            <a:r>
              <a:rPr lang="en-IN" sz="1200" dirty="0"/>
              <a:t>(puzzle):</a:t>
            </a:r>
          </a:p>
          <a:p>
            <a:r>
              <a:rPr lang="en-IN" sz="1200" dirty="0"/>
              <a:t>    print("Invalid puzzle! Must contain 0-8 exactly once.")</a:t>
            </a:r>
          </a:p>
          <a:p>
            <a:r>
              <a:rPr lang="en-IN" sz="1200" dirty="0"/>
              <a:t>    exit()</a:t>
            </a:r>
          </a:p>
          <a:p>
            <a:endParaRPr lang="en-IN" sz="1200" dirty="0"/>
          </a:p>
          <a:p>
            <a:r>
              <a:rPr lang="en-IN" sz="1200" dirty="0"/>
              <a:t>result, nodes = solve_8puzzle(puzzle)</a:t>
            </a:r>
          </a:p>
          <a:p>
            <a:r>
              <a:rPr lang="en-IN" sz="1200" dirty="0"/>
              <a:t>print(</a:t>
            </a:r>
            <a:r>
              <a:rPr lang="en-IN" sz="1200" dirty="0" err="1"/>
              <a:t>f"Solution</a:t>
            </a:r>
            <a:r>
              <a:rPr lang="en-IN" sz="1200" dirty="0"/>
              <a:t> found! {</a:t>
            </a:r>
            <a:r>
              <a:rPr lang="en-IN" sz="1200" dirty="0" err="1"/>
              <a:t>len</a:t>
            </a:r>
            <a:r>
              <a:rPr lang="en-IN" sz="1200" dirty="0"/>
              <a:t>(result)-1} moves, {nodes} nodes explored")</a:t>
            </a:r>
          </a:p>
          <a:p>
            <a:r>
              <a:rPr lang="en-IN" sz="1200" dirty="0"/>
              <a:t>for </a:t>
            </a:r>
            <a:r>
              <a:rPr lang="en-IN" sz="1200" dirty="0" err="1"/>
              <a:t>i</a:t>
            </a:r>
            <a:r>
              <a:rPr lang="en-IN" sz="1200" dirty="0"/>
              <a:t>, step in enumerate(result):</a:t>
            </a:r>
          </a:p>
          <a:p>
            <a:r>
              <a:rPr lang="en-IN" sz="1200" dirty="0"/>
              <a:t>    print(</a:t>
            </a:r>
            <a:r>
              <a:rPr lang="en-IN" sz="1200" dirty="0" err="1"/>
              <a:t>f"Step</a:t>
            </a:r>
            <a:r>
              <a:rPr lang="en-IN" sz="1200" dirty="0"/>
              <a:t> {</a:t>
            </a:r>
            <a:r>
              <a:rPr lang="en-IN" sz="1200" dirty="0" err="1"/>
              <a:t>i</a:t>
            </a:r>
            <a:r>
              <a:rPr lang="en-IN" sz="1200" dirty="0"/>
              <a:t>}: {step}")</a:t>
            </a:r>
          </a:p>
          <a:p>
            <a:r>
              <a:rPr lang="en-IN" sz="1200" dirty="0"/>
              <a:t># Goal state</a:t>
            </a:r>
          </a:p>
          <a:p>
            <a:r>
              <a:rPr lang="en-IN" sz="1200" dirty="0"/>
              <a:t>GOAL = [[1,2,3],[4,5,6],[7,8,0]]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4F33D7-7432-1E09-9A20-9376DCAE24BC}"/>
              </a:ext>
            </a:extLst>
          </p:cNvPr>
          <p:cNvSpPr txBox="1"/>
          <p:nvPr/>
        </p:nvSpPr>
        <p:spPr>
          <a:xfrm>
            <a:off x="5874774" y="3739485"/>
            <a:ext cx="6105832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# Check if solved</a:t>
            </a:r>
          </a:p>
          <a:p>
            <a:r>
              <a:rPr lang="en-IN" sz="1200" dirty="0"/>
              <a:t>def </a:t>
            </a:r>
            <a:r>
              <a:rPr lang="en-IN" sz="1200" dirty="0" err="1"/>
              <a:t>is_solved</a:t>
            </a:r>
            <a:r>
              <a:rPr lang="en-IN" sz="1200" dirty="0"/>
              <a:t>(puzzle):</a:t>
            </a:r>
          </a:p>
          <a:p>
            <a:r>
              <a:rPr lang="en-IN" sz="1200" dirty="0"/>
              <a:t>    return puzzle == GOAL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heapq</a:t>
            </a:r>
            <a:endParaRPr lang="en-IN" sz="1200" dirty="0"/>
          </a:p>
          <a:p>
            <a:r>
              <a:rPr lang="en-IN" sz="1200" dirty="0"/>
              <a:t>from copy import </a:t>
            </a:r>
            <a:r>
              <a:rPr lang="en-IN" sz="1200" dirty="0" err="1"/>
              <a:t>deepcopy</a:t>
            </a:r>
            <a:endParaRPr lang="en-IN" sz="1200" dirty="0"/>
          </a:p>
          <a:p>
            <a:endParaRPr lang="en-IN" sz="1200" dirty="0"/>
          </a:p>
          <a:p>
            <a:r>
              <a:rPr lang="en-IN" sz="1200" dirty="0"/>
              <a:t>GOAL = [[1,2,3],[4,5,6],[7,8,0]]</a:t>
            </a:r>
          </a:p>
          <a:p>
            <a:endParaRPr lang="en-IN" sz="1200" dirty="0"/>
          </a:p>
          <a:p>
            <a:r>
              <a:rPr lang="en-IN" sz="1200" dirty="0"/>
              <a:t>def </a:t>
            </a:r>
            <a:r>
              <a:rPr lang="en-IN" sz="1200" dirty="0" err="1"/>
              <a:t>manhattan_distance</a:t>
            </a:r>
            <a:r>
              <a:rPr lang="en-IN" sz="1200" dirty="0"/>
              <a:t>(puzzle):</a:t>
            </a:r>
          </a:p>
          <a:p>
            <a:r>
              <a:rPr lang="en-IN" sz="1200" dirty="0"/>
              <a:t>    distance = 0</a:t>
            </a:r>
          </a:p>
          <a:p>
            <a:r>
              <a:rPr lang="en-IN" sz="1200" dirty="0"/>
              <a:t>    for </a:t>
            </a:r>
            <a:r>
              <a:rPr lang="en-IN" sz="1200" dirty="0" err="1"/>
              <a:t>i</a:t>
            </a:r>
            <a:r>
              <a:rPr lang="en-IN" sz="1200" dirty="0"/>
              <a:t> in range(3):</a:t>
            </a:r>
          </a:p>
          <a:p>
            <a:r>
              <a:rPr lang="en-IN" sz="1200" dirty="0"/>
              <a:t>        for j in range(3):</a:t>
            </a:r>
          </a:p>
          <a:p>
            <a:r>
              <a:rPr lang="en-IN" sz="1200" dirty="0"/>
              <a:t>            if puzzle[</a:t>
            </a:r>
            <a:r>
              <a:rPr lang="en-IN" sz="1200" dirty="0" err="1"/>
              <a:t>i</a:t>
            </a:r>
            <a:r>
              <a:rPr lang="en-IN" sz="1200" dirty="0"/>
              <a:t>][j] != 0:</a:t>
            </a:r>
          </a:p>
          <a:p>
            <a:r>
              <a:rPr lang="en-IN" sz="1200" dirty="0"/>
              <a:t>                # Find where this tile should go</a:t>
            </a:r>
          </a:p>
          <a:p>
            <a:r>
              <a:rPr lang="en-IN" sz="1200" dirty="0"/>
              <a:t>                </a:t>
            </a:r>
            <a:r>
              <a:rPr lang="en-IN" sz="1200" dirty="0" err="1"/>
              <a:t>goal_row</a:t>
            </a:r>
            <a:r>
              <a:rPr lang="en-IN" sz="1200" dirty="0"/>
              <a:t>, </a:t>
            </a:r>
            <a:r>
              <a:rPr lang="en-IN" sz="1200" dirty="0" err="1"/>
              <a:t>goal_col</a:t>
            </a:r>
            <a:r>
              <a:rPr lang="en-IN" sz="1200" dirty="0"/>
              <a:t> = </a:t>
            </a:r>
            <a:r>
              <a:rPr lang="en-IN" sz="1200" dirty="0" err="1"/>
              <a:t>divmod</a:t>
            </a:r>
            <a:r>
              <a:rPr lang="en-IN" sz="1200" dirty="0"/>
              <a:t>(puzzle[</a:t>
            </a:r>
            <a:r>
              <a:rPr lang="en-IN" sz="1200" dirty="0" err="1"/>
              <a:t>i</a:t>
            </a:r>
            <a:r>
              <a:rPr lang="en-IN" sz="1200" dirty="0"/>
              <a:t>][j]-1, 3)</a:t>
            </a:r>
          </a:p>
          <a:p>
            <a:r>
              <a:rPr lang="en-IN" sz="1200" dirty="0"/>
              <a:t>                distance += abs(</a:t>
            </a:r>
            <a:r>
              <a:rPr lang="en-IN" sz="1200" dirty="0" err="1"/>
              <a:t>i</a:t>
            </a:r>
            <a:r>
              <a:rPr lang="en-IN" sz="1200" dirty="0"/>
              <a:t> - </a:t>
            </a:r>
            <a:r>
              <a:rPr lang="en-IN" sz="1200" dirty="0" err="1"/>
              <a:t>goal_row</a:t>
            </a:r>
            <a:r>
              <a:rPr lang="en-IN" sz="1200" dirty="0"/>
              <a:t>) + abs(j - </a:t>
            </a:r>
            <a:r>
              <a:rPr lang="en-IN" sz="1200" dirty="0" err="1"/>
              <a:t>goal_col</a:t>
            </a:r>
            <a:r>
              <a:rPr lang="en-IN" sz="1200" dirty="0"/>
              <a:t>)</a:t>
            </a:r>
          </a:p>
          <a:p>
            <a:r>
              <a:rPr lang="en-IN" sz="1200" dirty="0"/>
              <a:t>    return distance</a:t>
            </a:r>
          </a:p>
        </p:txBody>
      </p:sp>
    </p:spTree>
    <p:extLst>
      <p:ext uri="{BB962C8B-B14F-4D97-AF65-F5344CB8AC3E}">
        <p14:creationId xmlns:p14="http://schemas.microsoft.com/office/powerpoint/2010/main" val="1658940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E1BC59-A281-CDF3-910D-1972F9385909}"/>
              </a:ext>
            </a:extLst>
          </p:cNvPr>
          <p:cNvSpPr txBox="1"/>
          <p:nvPr/>
        </p:nvSpPr>
        <p:spPr>
          <a:xfrm>
            <a:off x="0" y="81817"/>
            <a:ext cx="610091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def </a:t>
            </a:r>
            <a:r>
              <a:rPr lang="en-IN" sz="1200" dirty="0" err="1"/>
              <a:t>is_valid_puzzle</a:t>
            </a:r>
            <a:r>
              <a:rPr lang="en-IN" sz="1200" dirty="0"/>
              <a:t>(puzzle):</a:t>
            </a:r>
          </a:p>
          <a:p>
            <a:r>
              <a:rPr lang="en-IN" sz="1200" dirty="0"/>
              <a:t>    flat = [</a:t>
            </a:r>
            <a:r>
              <a:rPr lang="en-IN" sz="1200" dirty="0" err="1"/>
              <a:t>num</a:t>
            </a:r>
            <a:r>
              <a:rPr lang="en-IN" sz="1200" dirty="0"/>
              <a:t> for row in puzzle for </a:t>
            </a:r>
            <a:r>
              <a:rPr lang="en-IN" sz="1200" dirty="0" err="1"/>
              <a:t>num</a:t>
            </a:r>
            <a:r>
              <a:rPr lang="en-IN" sz="1200" dirty="0"/>
              <a:t> in row]</a:t>
            </a:r>
          </a:p>
          <a:p>
            <a:r>
              <a:rPr lang="en-IN" sz="1200" dirty="0"/>
              <a:t>    return sorted(flat) == list(range(9))</a:t>
            </a:r>
          </a:p>
          <a:p>
            <a:r>
              <a:rPr lang="en-IN" sz="1200" dirty="0"/>
              <a:t>    result, nodes = solve_8puzzle(puzzle)</a:t>
            </a:r>
          </a:p>
          <a:p>
            <a:r>
              <a:rPr lang="en-IN" sz="1200" dirty="0"/>
              <a:t>if result:</a:t>
            </a:r>
          </a:p>
          <a:p>
            <a:r>
              <a:rPr lang="en-IN" sz="1200" dirty="0"/>
              <a:t>    print(</a:t>
            </a:r>
            <a:r>
              <a:rPr lang="en-IN" sz="1200" dirty="0" err="1"/>
              <a:t>f"SOLVED</a:t>
            </a:r>
            <a:r>
              <a:rPr lang="en-IN" sz="1200" dirty="0"/>
              <a:t> in {</a:t>
            </a:r>
            <a:r>
              <a:rPr lang="en-IN" sz="1200" dirty="0" err="1"/>
              <a:t>len</a:t>
            </a:r>
            <a:r>
              <a:rPr lang="en-IN" sz="1200" dirty="0"/>
              <a:t>(result)-1} moves, {nodes} nodes explored!")</a:t>
            </a:r>
          </a:p>
          <a:p>
            <a:r>
              <a:rPr lang="en-IN" sz="1200" dirty="0"/>
              <a:t>    for </a:t>
            </a:r>
            <a:r>
              <a:rPr lang="en-IN" sz="1200" dirty="0" err="1"/>
              <a:t>i</a:t>
            </a:r>
            <a:r>
              <a:rPr lang="en-IN" sz="1200" dirty="0"/>
              <a:t>, state in enumerate(result):</a:t>
            </a:r>
          </a:p>
          <a:p>
            <a:r>
              <a:rPr lang="en-IN" sz="1200" dirty="0"/>
              <a:t>        print(</a:t>
            </a:r>
            <a:r>
              <a:rPr lang="en-IN" sz="1200" dirty="0" err="1"/>
              <a:t>f"Step</a:t>
            </a:r>
            <a:r>
              <a:rPr lang="en-IN" sz="1200" dirty="0"/>
              <a:t> {</a:t>
            </a:r>
            <a:r>
              <a:rPr lang="en-IN" sz="1200" dirty="0" err="1"/>
              <a:t>i</a:t>
            </a:r>
            <a:r>
              <a:rPr lang="en-IN" sz="1200" dirty="0"/>
              <a:t>}: {state}")</a:t>
            </a:r>
          </a:p>
          <a:p>
            <a:r>
              <a:rPr lang="en-IN" sz="1200" dirty="0"/>
              <a:t>else:</a:t>
            </a:r>
          </a:p>
          <a:p>
            <a:r>
              <a:rPr lang="en-IN" sz="1200" dirty="0"/>
              <a:t>    print("Unsolvable puzzle")</a:t>
            </a:r>
          </a:p>
          <a:p>
            <a:endParaRPr lang="en-IN" sz="1200" dirty="0"/>
          </a:p>
          <a:p>
            <a:endParaRPr lang="en-IN" sz="1200" dirty="0"/>
          </a:p>
          <a:p>
            <a:r>
              <a:rPr lang="en-IN" sz="1200" dirty="0"/>
              <a:t>def </a:t>
            </a:r>
            <a:r>
              <a:rPr lang="en-IN" sz="1200" dirty="0" err="1"/>
              <a:t>is_solved</a:t>
            </a:r>
            <a:r>
              <a:rPr lang="en-IN" sz="1200" dirty="0"/>
              <a:t>(puzzle):</a:t>
            </a:r>
          </a:p>
          <a:p>
            <a:r>
              <a:rPr lang="en-IN" sz="1200" dirty="0"/>
              <a:t>    return puzzle == GOAL</a:t>
            </a:r>
          </a:p>
          <a:p>
            <a:endParaRPr lang="en-IN" sz="1200" dirty="0"/>
          </a:p>
          <a:p>
            <a:endParaRPr lang="en-IN" sz="1200" dirty="0"/>
          </a:p>
          <a:p>
            <a:endParaRPr lang="en-IN" sz="1200" dirty="0"/>
          </a:p>
          <a:p>
            <a:r>
              <a:rPr lang="en-IN" sz="1200" dirty="0"/>
              <a:t>def solve_8puzzle(</a:t>
            </a:r>
            <a:r>
              <a:rPr lang="en-IN" sz="1200" dirty="0" err="1"/>
              <a:t>start_puzzle</a:t>
            </a:r>
            <a:r>
              <a:rPr lang="en-IN" sz="1200" dirty="0"/>
              <a:t>):</a:t>
            </a:r>
          </a:p>
          <a:p>
            <a:r>
              <a:rPr lang="en-IN" sz="1200" dirty="0"/>
              <a:t>    </a:t>
            </a:r>
            <a:r>
              <a:rPr lang="en-IN" sz="1200" dirty="0" err="1"/>
              <a:t>open_list</a:t>
            </a:r>
            <a:r>
              <a:rPr lang="en-IN" sz="1200" dirty="0"/>
              <a:t> = []</a:t>
            </a:r>
          </a:p>
          <a:p>
            <a:r>
              <a:rPr lang="en-IN" sz="1200" dirty="0"/>
              <a:t>    </a:t>
            </a:r>
            <a:r>
              <a:rPr lang="en-IN" sz="1200" dirty="0" err="1"/>
              <a:t>heapq.heappush</a:t>
            </a:r>
            <a:r>
              <a:rPr lang="en-IN" sz="1200" dirty="0"/>
              <a:t>(</a:t>
            </a:r>
            <a:r>
              <a:rPr lang="en-IN" sz="1200" dirty="0" err="1"/>
              <a:t>open_list</a:t>
            </a:r>
            <a:r>
              <a:rPr lang="en-IN" sz="1200" dirty="0"/>
              <a:t>, (0, 0, </a:t>
            </a:r>
            <a:r>
              <a:rPr lang="en-IN" sz="1200" dirty="0" err="1"/>
              <a:t>start_puzzle</a:t>
            </a:r>
            <a:r>
              <a:rPr lang="en-IN" sz="1200" dirty="0"/>
              <a:t>, []))  # (f, g, state, path)</a:t>
            </a:r>
          </a:p>
          <a:p>
            <a:r>
              <a:rPr lang="en-IN" sz="1200" dirty="0"/>
              <a:t>    closed = set()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AB8F8C-3701-5A5C-4A97-F3DB68F1C307}"/>
              </a:ext>
            </a:extLst>
          </p:cNvPr>
          <p:cNvSpPr txBox="1"/>
          <p:nvPr/>
        </p:nvSpPr>
        <p:spPr>
          <a:xfrm>
            <a:off x="5353664" y="81817"/>
            <a:ext cx="6105832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 while </a:t>
            </a:r>
            <a:r>
              <a:rPr lang="en-IN" sz="1200" dirty="0" err="1"/>
              <a:t>open_list</a:t>
            </a:r>
            <a:r>
              <a:rPr lang="en-IN" sz="1200" dirty="0"/>
              <a:t>:</a:t>
            </a:r>
          </a:p>
          <a:p>
            <a:r>
              <a:rPr lang="en-IN" sz="1200" dirty="0"/>
              <a:t>        f, g, current, path = </a:t>
            </a:r>
            <a:r>
              <a:rPr lang="en-IN" sz="1200" dirty="0" err="1"/>
              <a:t>heapq.heappop</a:t>
            </a:r>
            <a:r>
              <a:rPr lang="en-IN" sz="1200" dirty="0"/>
              <a:t>(</a:t>
            </a:r>
            <a:r>
              <a:rPr lang="en-IN" sz="1200" dirty="0" err="1"/>
              <a:t>open_list</a:t>
            </a:r>
            <a:r>
              <a:rPr lang="en-IN" sz="1200" dirty="0"/>
              <a:t>)</a:t>
            </a:r>
          </a:p>
          <a:p>
            <a:r>
              <a:rPr lang="en-IN" sz="1200" dirty="0"/>
              <a:t>        </a:t>
            </a:r>
          </a:p>
          <a:p>
            <a:r>
              <a:rPr lang="en-IN" sz="1200" dirty="0"/>
              <a:t>        # Flatten for </a:t>
            </a:r>
            <a:r>
              <a:rPr lang="en-IN" sz="1200" dirty="0" err="1"/>
              <a:t>hashable</a:t>
            </a:r>
            <a:r>
              <a:rPr lang="en-IN" sz="1200" dirty="0"/>
              <a:t> set</a:t>
            </a:r>
          </a:p>
          <a:p>
            <a:r>
              <a:rPr lang="en-IN" sz="1200" dirty="0"/>
              <a:t>        flat = tuple(tuple(row) for row in current)</a:t>
            </a:r>
          </a:p>
          <a:p>
            <a:r>
              <a:rPr lang="en-IN" sz="1200" dirty="0"/>
              <a:t>        if flat in closed: continue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closed.add</a:t>
            </a:r>
            <a:r>
              <a:rPr lang="en-IN" sz="1200" dirty="0"/>
              <a:t>(flat)</a:t>
            </a:r>
          </a:p>
          <a:p>
            <a:r>
              <a:rPr lang="en-IN" sz="1200" dirty="0"/>
              <a:t>        </a:t>
            </a:r>
          </a:p>
          <a:p>
            <a:r>
              <a:rPr lang="en-IN" sz="1200" dirty="0"/>
              <a:t>        if </a:t>
            </a:r>
            <a:r>
              <a:rPr lang="en-IN" sz="1200" dirty="0" err="1"/>
              <a:t>is_solved</a:t>
            </a:r>
            <a:r>
              <a:rPr lang="en-IN" sz="1200" dirty="0"/>
              <a:t>(current):</a:t>
            </a:r>
          </a:p>
          <a:p>
            <a:r>
              <a:rPr lang="en-IN" sz="1200" dirty="0"/>
              <a:t>            return path + [current], </a:t>
            </a:r>
            <a:r>
              <a:rPr lang="en-IN" sz="1200" dirty="0" err="1"/>
              <a:t>len</a:t>
            </a:r>
            <a:r>
              <a:rPr lang="en-IN" sz="1200" dirty="0"/>
              <a:t>(closed)</a:t>
            </a:r>
          </a:p>
          <a:p>
            <a:r>
              <a:rPr lang="en-IN" sz="1200" dirty="0"/>
              <a:t>        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blank_r</a:t>
            </a:r>
            <a:r>
              <a:rPr lang="en-IN" sz="1200" dirty="0"/>
              <a:t>, </a:t>
            </a:r>
            <a:r>
              <a:rPr lang="en-IN" sz="1200" dirty="0" err="1"/>
              <a:t>blank_c</a:t>
            </a:r>
            <a:r>
              <a:rPr lang="en-IN" sz="1200" dirty="0"/>
              <a:t> = next((</a:t>
            </a:r>
            <a:r>
              <a:rPr lang="en-IN" sz="1200" dirty="0" err="1"/>
              <a:t>r,c</a:t>
            </a:r>
            <a:r>
              <a:rPr lang="en-IN" sz="1200" dirty="0"/>
              <a:t>) for r in range(3) for c in range(3) if current[r][c] == 0)</a:t>
            </a:r>
          </a:p>
          <a:p>
            <a:r>
              <a:rPr lang="en-IN" sz="1200" dirty="0"/>
              <a:t>        </a:t>
            </a:r>
          </a:p>
          <a:p>
            <a:r>
              <a:rPr lang="en-IN" sz="1200" dirty="0"/>
              <a:t>        # Generate moves (your move logic here!)</a:t>
            </a:r>
          </a:p>
          <a:p>
            <a:r>
              <a:rPr lang="en-IN" sz="1200" dirty="0"/>
              <a:t>        for dr, dc, move in [(-1,0,'U'), (1,0,'D'), (0,-1,'L'), (0,1,'R')]:</a:t>
            </a:r>
          </a:p>
          <a:p>
            <a:r>
              <a:rPr lang="en-IN" sz="1200" dirty="0"/>
              <a:t>            nr, </a:t>
            </a:r>
            <a:r>
              <a:rPr lang="en-IN" sz="1200" dirty="0" err="1"/>
              <a:t>nc</a:t>
            </a:r>
            <a:r>
              <a:rPr lang="en-IN" sz="1200" dirty="0"/>
              <a:t> = </a:t>
            </a:r>
            <a:r>
              <a:rPr lang="en-IN" sz="1200" dirty="0" err="1"/>
              <a:t>blank_r</a:t>
            </a:r>
            <a:r>
              <a:rPr lang="en-IN" sz="1200" dirty="0"/>
              <a:t> + dr, </a:t>
            </a:r>
            <a:r>
              <a:rPr lang="en-IN" sz="1200" dirty="0" err="1"/>
              <a:t>blank_c</a:t>
            </a:r>
            <a:r>
              <a:rPr lang="en-IN" sz="1200" dirty="0"/>
              <a:t> + dc</a:t>
            </a:r>
          </a:p>
          <a:p>
            <a:r>
              <a:rPr lang="en-IN" sz="1200" dirty="0"/>
              <a:t>            if 0 &lt;= nr &lt; 3 and 0 &lt;= </a:t>
            </a:r>
            <a:r>
              <a:rPr lang="en-IN" sz="1200" dirty="0" err="1"/>
              <a:t>nc</a:t>
            </a:r>
            <a:r>
              <a:rPr lang="en-IN" sz="1200" dirty="0"/>
              <a:t> &lt; 3:</a:t>
            </a:r>
          </a:p>
          <a:p>
            <a:r>
              <a:rPr lang="en-IN" sz="1200" dirty="0"/>
              <a:t>                </a:t>
            </a:r>
            <a:r>
              <a:rPr lang="en-IN" sz="1200" dirty="0" err="1"/>
              <a:t>next_state</a:t>
            </a:r>
            <a:r>
              <a:rPr lang="en-IN" sz="1200" dirty="0"/>
              <a:t> = </a:t>
            </a:r>
            <a:r>
              <a:rPr lang="en-IN" sz="1200" dirty="0" err="1"/>
              <a:t>deepcopy</a:t>
            </a:r>
            <a:r>
              <a:rPr lang="en-IN" sz="1200" dirty="0"/>
              <a:t>(current)</a:t>
            </a:r>
          </a:p>
          <a:p>
            <a:r>
              <a:rPr lang="en-IN" sz="1200" dirty="0"/>
              <a:t>                # Swap (your exact swap logic!)</a:t>
            </a:r>
          </a:p>
          <a:p>
            <a:r>
              <a:rPr lang="en-IN" sz="1200" dirty="0"/>
              <a:t>                </a:t>
            </a:r>
            <a:r>
              <a:rPr lang="en-IN" sz="1200" dirty="0" err="1"/>
              <a:t>next_state</a:t>
            </a:r>
            <a:r>
              <a:rPr lang="en-IN" sz="1200" dirty="0"/>
              <a:t>[</a:t>
            </a:r>
            <a:r>
              <a:rPr lang="en-IN" sz="1200" dirty="0" err="1"/>
              <a:t>blank_r</a:t>
            </a:r>
            <a:r>
              <a:rPr lang="en-IN" sz="1200" dirty="0"/>
              <a:t>][</a:t>
            </a:r>
            <a:r>
              <a:rPr lang="en-IN" sz="1200" dirty="0" err="1"/>
              <a:t>blank_c</a:t>
            </a:r>
            <a:r>
              <a:rPr lang="en-IN" sz="1200" dirty="0"/>
              <a:t>], </a:t>
            </a:r>
            <a:r>
              <a:rPr lang="en-IN" sz="1200" dirty="0" err="1"/>
              <a:t>next_state</a:t>
            </a:r>
            <a:r>
              <a:rPr lang="en-IN" sz="1200" dirty="0"/>
              <a:t>[nr][</a:t>
            </a:r>
            <a:r>
              <a:rPr lang="en-IN" sz="1200" dirty="0" err="1"/>
              <a:t>nc</a:t>
            </a:r>
            <a:r>
              <a:rPr lang="en-IN" sz="1200" dirty="0"/>
              <a:t>] = </a:t>
            </a:r>
            <a:r>
              <a:rPr lang="en-IN" sz="1200" dirty="0" err="1"/>
              <a:t>next_state</a:t>
            </a:r>
            <a:r>
              <a:rPr lang="en-IN" sz="1200" dirty="0"/>
              <a:t>[nr][</a:t>
            </a:r>
            <a:r>
              <a:rPr lang="en-IN" sz="1200" dirty="0" err="1"/>
              <a:t>nc</a:t>
            </a:r>
            <a:r>
              <a:rPr lang="en-IN" sz="1200" dirty="0"/>
              <a:t>], </a:t>
            </a:r>
            <a:r>
              <a:rPr lang="en-IN" sz="1200" dirty="0" err="1"/>
              <a:t>next_state</a:t>
            </a:r>
            <a:r>
              <a:rPr lang="en-IN" sz="1200" dirty="0"/>
              <a:t>[</a:t>
            </a:r>
            <a:r>
              <a:rPr lang="en-IN" sz="1200" dirty="0" err="1"/>
              <a:t>blank_r</a:t>
            </a:r>
            <a:r>
              <a:rPr lang="en-IN" sz="1200" dirty="0"/>
              <a:t>][</a:t>
            </a:r>
            <a:r>
              <a:rPr lang="en-IN" sz="1200" dirty="0" err="1"/>
              <a:t>blank_c</a:t>
            </a:r>
            <a:r>
              <a:rPr lang="en-IN" sz="1200" dirty="0"/>
              <a:t>]</a:t>
            </a:r>
          </a:p>
          <a:p>
            <a:r>
              <a:rPr lang="en-IN" sz="1200" dirty="0"/>
              <a:t>                h = </a:t>
            </a:r>
            <a:r>
              <a:rPr lang="en-IN" sz="1200" dirty="0" err="1"/>
              <a:t>manhattan_distance</a:t>
            </a:r>
            <a:r>
              <a:rPr lang="en-IN" sz="1200" dirty="0"/>
              <a:t>(</a:t>
            </a:r>
            <a:r>
              <a:rPr lang="en-IN" sz="1200" dirty="0" err="1"/>
              <a:t>next_state</a:t>
            </a:r>
            <a:r>
              <a:rPr lang="en-IN" sz="1200" dirty="0"/>
              <a:t>)</a:t>
            </a:r>
          </a:p>
          <a:p>
            <a:r>
              <a:rPr lang="en-IN" sz="1200" dirty="0"/>
              <a:t>                </a:t>
            </a:r>
            <a:r>
              <a:rPr lang="en-IN" sz="1200" dirty="0" err="1"/>
              <a:t>heapq.heappush</a:t>
            </a:r>
            <a:r>
              <a:rPr lang="en-IN" sz="1200" dirty="0"/>
              <a:t>(</a:t>
            </a:r>
            <a:r>
              <a:rPr lang="en-IN" sz="1200" dirty="0" err="1"/>
              <a:t>open_list</a:t>
            </a:r>
            <a:r>
              <a:rPr lang="en-IN" sz="1200" dirty="0"/>
              <a:t>, (g+1 + h, g+1, </a:t>
            </a:r>
            <a:r>
              <a:rPr lang="en-IN" sz="1200" dirty="0" err="1"/>
              <a:t>next_state</a:t>
            </a:r>
            <a:r>
              <a:rPr lang="en-IN" sz="1200" dirty="0"/>
              <a:t>, path + [move]))</a:t>
            </a:r>
          </a:p>
          <a:p>
            <a:r>
              <a:rPr lang="en-IN" sz="1200" dirty="0"/>
              <a:t>    </a:t>
            </a:r>
          </a:p>
          <a:p>
            <a:r>
              <a:rPr lang="en-IN" sz="1200" dirty="0"/>
              <a:t>    return None, </a:t>
            </a:r>
            <a:r>
              <a:rPr lang="en-IN" sz="1200" dirty="0" err="1"/>
              <a:t>len</a:t>
            </a:r>
            <a:r>
              <a:rPr lang="en-IN" sz="1200" dirty="0"/>
              <a:t>(closed)  # Unsolvable</a:t>
            </a:r>
          </a:p>
          <a:p>
            <a:endParaRPr lang="en-IN" sz="12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64169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59CDE-B8AA-C8F5-54B1-385668D4B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768BC1-E6C3-97B5-88E5-F011CAE20AC5}"/>
              </a:ext>
            </a:extLst>
          </p:cNvPr>
          <p:cNvSpPr txBox="1"/>
          <p:nvPr/>
        </p:nvSpPr>
        <p:spPr>
          <a:xfrm>
            <a:off x="304800" y="29496"/>
            <a:ext cx="4493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THIRD VERSION</a:t>
            </a:r>
            <a:r>
              <a:rPr lang="en-US" dirty="0"/>
              <a:t>(</a:t>
            </a:r>
            <a:r>
              <a:rPr lang="en-US" dirty="0">
                <a:highlight>
                  <a:srgbClr val="FFFF00"/>
                </a:highlight>
              </a:rPr>
              <a:t>USING AI PROMPTS)</a:t>
            </a:r>
            <a:endParaRPr lang="en-US" b="1" u="sng" dirty="0">
              <a:highlight>
                <a:srgbClr val="FFFF00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29ECD1-9D58-2C96-81D5-830DC831C989}"/>
              </a:ext>
            </a:extLst>
          </p:cNvPr>
          <p:cNvSpPr txBox="1"/>
          <p:nvPr/>
        </p:nvSpPr>
        <p:spPr>
          <a:xfrm>
            <a:off x="848034" y="396448"/>
            <a:ext cx="6100916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import </a:t>
            </a:r>
            <a:r>
              <a:rPr lang="en-IN" sz="1200" dirty="0" err="1"/>
              <a:t>heapq</a:t>
            </a:r>
            <a:endParaRPr lang="en-IN" sz="1200" dirty="0"/>
          </a:p>
          <a:p>
            <a:r>
              <a:rPr lang="en-IN" sz="1200" dirty="0"/>
              <a:t>from copy import </a:t>
            </a:r>
            <a:r>
              <a:rPr lang="en-IN" sz="1200" dirty="0" err="1"/>
              <a:t>deepcopy</a:t>
            </a:r>
            <a:endParaRPr lang="en-IN" sz="1200" dirty="0"/>
          </a:p>
          <a:p>
            <a:endParaRPr lang="en-IN" sz="1200" dirty="0"/>
          </a:p>
          <a:p>
            <a:r>
              <a:rPr lang="en-IN" sz="1200" dirty="0"/>
              <a:t># 1. FUNCTIONS FIRST (before input)</a:t>
            </a:r>
          </a:p>
          <a:p>
            <a:r>
              <a:rPr lang="en-IN" sz="1200" dirty="0"/>
              <a:t>def </a:t>
            </a:r>
            <a:r>
              <a:rPr lang="en-IN" sz="1200" dirty="0" err="1"/>
              <a:t>is_valid_puzzle</a:t>
            </a:r>
            <a:r>
              <a:rPr lang="en-IN" sz="1200" dirty="0"/>
              <a:t>(puzzle):</a:t>
            </a:r>
          </a:p>
          <a:p>
            <a:r>
              <a:rPr lang="en-IN" sz="1200" dirty="0"/>
              <a:t>    flat = [</a:t>
            </a:r>
            <a:r>
              <a:rPr lang="en-IN" sz="1200" dirty="0" err="1"/>
              <a:t>num</a:t>
            </a:r>
            <a:r>
              <a:rPr lang="en-IN" sz="1200" dirty="0"/>
              <a:t> for row in puzzle for </a:t>
            </a:r>
            <a:r>
              <a:rPr lang="en-IN" sz="1200" dirty="0" err="1"/>
              <a:t>num</a:t>
            </a:r>
            <a:r>
              <a:rPr lang="en-IN" sz="1200" dirty="0"/>
              <a:t> in row]</a:t>
            </a:r>
          </a:p>
          <a:p>
            <a:r>
              <a:rPr lang="en-IN" sz="1200" dirty="0"/>
              <a:t>    return sorted(flat) == list(range(9))</a:t>
            </a:r>
          </a:p>
          <a:p>
            <a:endParaRPr lang="en-IN" sz="1200" dirty="0"/>
          </a:p>
          <a:p>
            <a:r>
              <a:rPr lang="en-IN" sz="1200" dirty="0"/>
              <a:t>def </a:t>
            </a:r>
            <a:r>
              <a:rPr lang="en-IN" sz="1200" dirty="0" err="1"/>
              <a:t>is_solved</a:t>
            </a:r>
            <a:r>
              <a:rPr lang="en-IN" sz="1200" dirty="0"/>
              <a:t>(current, GOAL):</a:t>
            </a:r>
          </a:p>
          <a:p>
            <a:r>
              <a:rPr lang="en-IN" sz="1200" dirty="0"/>
              <a:t>    return current == GOAL</a:t>
            </a:r>
          </a:p>
          <a:p>
            <a:endParaRPr lang="en-IN" sz="1200" dirty="0"/>
          </a:p>
          <a:p>
            <a:r>
              <a:rPr lang="en-IN" sz="1200" dirty="0"/>
              <a:t>def </a:t>
            </a:r>
            <a:r>
              <a:rPr lang="en-IN" sz="1200" dirty="0" err="1"/>
              <a:t>manhattan_distance</a:t>
            </a:r>
            <a:r>
              <a:rPr lang="en-IN" sz="1200" dirty="0"/>
              <a:t>(puzzle, GOAL):</a:t>
            </a:r>
          </a:p>
          <a:p>
            <a:r>
              <a:rPr lang="en-IN" sz="1200" dirty="0"/>
              <a:t>    distance = 0</a:t>
            </a:r>
          </a:p>
          <a:p>
            <a:r>
              <a:rPr lang="en-IN" sz="1200" dirty="0"/>
              <a:t>    for </a:t>
            </a:r>
            <a:r>
              <a:rPr lang="en-IN" sz="1200" dirty="0" err="1"/>
              <a:t>i</a:t>
            </a:r>
            <a:r>
              <a:rPr lang="en-IN" sz="1200" dirty="0"/>
              <a:t> in range(3):</a:t>
            </a:r>
          </a:p>
          <a:p>
            <a:r>
              <a:rPr lang="en-IN" sz="1200" dirty="0"/>
              <a:t>        for j in range(3):</a:t>
            </a:r>
          </a:p>
          <a:p>
            <a:r>
              <a:rPr lang="en-IN" sz="1200" dirty="0"/>
              <a:t>            if puzzle[</a:t>
            </a:r>
            <a:r>
              <a:rPr lang="en-IN" sz="1200" dirty="0" err="1"/>
              <a:t>i</a:t>
            </a:r>
            <a:r>
              <a:rPr lang="en-IN" sz="1200" dirty="0"/>
              <a:t>][j] != 0:</a:t>
            </a:r>
          </a:p>
          <a:p>
            <a:r>
              <a:rPr lang="en-IN" sz="1200" dirty="0"/>
              <a:t>                # Find this tile's goal position</a:t>
            </a:r>
          </a:p>
          <a:p>
            <a:r>
              <a:rPr lang="en-IN" sz="1200" dirty="0"/>
              <a:t>                for </a:t>
            </a:r>
            <a:r>
              <a:rPr lang="en-IN" sz="1200" dirty="0" err="1"/>
              <a:t>gi</a:t>
            </a:r>
            <a:r>
              <a:rPr lang="en-IN" sz="1200" dirty="0"/>
              <a:t> in range(3):</a:t>
            </a:r>
          </a:p>
          <a:p>
            <a:r>
              <a:rPr lang="en-IN" sz="1200" dirty="0"/>
              <a:t>                    for </a:t>
            </a:r>
            <a:r>
              <a:rPr lang="en-IN" sz="1200" dirty="0" err="1"/>
              <a:t>gj</a:t>
            </a:r>
            <a:r>
              <a:rPr lang="en-IN" sz="1200" dirty="0"/>
              <a:t> in range(3):</a:t>
            </a:r>
          </a:p>
          <a:p>
            <a:r>
              <a:rPr lang="en-IN" sz="1200" dirty="0"/>
              <a:t>                        if GOAL[</a:t>
            </a:r>
            <a:r>
              <a:rPr lang="en-IN" sz="1200" dirty="0" err="1"/>
              <a:t>gi</a:t>
            </a:r>
            <a:r>
              <a:rPr lang="en-IN" sz="1200" dirty="0"/>
              <a:t>][</a:t>
            </a:r>
            <a:r>
              <a:rPr lang="en-IN" sz="1200" dirty="0" err="1"/>
              <a:t>gj</a:t>
            </a:r>
            <a:r>
              <a:rPr lang="en-IN" sz="1200" dirty="0"/>
              <a:t>] == puzzle[</a:t>
            </a:r>
            <a:r>
              <a:rPr lang="en-IN" sz="1200" dirty="0" err="1"/>
              <a:t>i</a:t>
            </a:r>
            <a:r>
              <a:rPr lang="en-IN" sz="1200" dirty="0"/>
              <a:t>][j]:</a:t>
            </a:r>
          </a:p>
          <a:p>
            <a:r>
              <a:rPr lang="en-IN" sz="1200" dirty="0"/>
              <a:t>                            distance += abs(</a:t>
            </a:r>
            <a:r>
              <a:rPr lang="en-IN" sz="1200" dirty="0" err="1"/>
              <a:t>i-gi</a:t>
            </a:r>
            <a:r>
              <a:rPr lang="en-IN" sz="1200" dirty="0"/>
              <a:t>) + abs(j-</a:t>
            </a:r>
            <a:r>
              <a:rPr lang="en-IN" sz="1200" dirty="0" err="1"/>
              <a:t>gj</a:t>
            </a:r>
            <a:r>
              <a:rPr lang="en-IN" sz="1200" dirty="0"/>
              <a:t>)</a:t>
            </a:r>
          </a:p>
          <a:p>
            <a:r>
              <a:rPr lang="en-IN" sz="1200" dirty="0"/>
              <a:t>                            break</a:t>
            </a:r>
          </a:p>
          <a:p>
            <a:r>
              <a:rPr lang="en-IN" sz="1200" dirty="0"/>
              <a:t>    return distance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460C14-E34F-7DCF-DF96-6D064AF54EA5}"/>
              </a:ext>
            </a:extLst>
          </p:cNvPr>
          <p:cNvSpPr txBox="1"/>
          <p:nvPr/>
        </p:nvSpPr>
        <p:spPr>
          <a:xfrm>
            <a:off x="5085738" y="-133139"/>
            <a:ext cx="6100916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200" dirty="0"/>
          </a:p>
          <a:p>
            <a:r>
              <a:rPr lang="en-IN" sz="1200" dirty="0"/>
              <a:t>def solve_8puzzle(</a:t>
            </a:r>
            <a:r>
              <a:rPr lang="en-IN" sz="1200" dirty="0" err="1"/>
              <a:t>start_puzzle</a:t>
            </a:r>
            <a:r>
              <a:rPr lang="en-IN" sz="1200" dirty="0"/>
              <a:t>, GOAL):</a:t>
            </a:r>
          </a:p>
          <a:p>
            <a:r>
              <a:rPr lang="en-IN" sz="1200" dirty="0"/>
              <a:t>    </a:t>
            </a:r>
            <a:r>
              <a:rPr lang="en-IN" sz="1200" dirty="0" err="1"/>
              <a:t>open_list</a:t>
            </a:r>
            <a:r>
              <a:rPr lang="en-IN" sz="1200" dirty="0"/>
              <a:t> = []</a:t>
            </a:r>
          </a:p>
          <a:p>
            <a:r>
              <a:rPr lang="en-IN" sz="1200" dirty="0"/>
              <a:t>    </a:t>
            </a:r>
            <a:r>
              <a:rPr lang="en-IN" sz="1200" dirty="0" err="1"/>
              <a:t>heapq.heappush</a:t>
            </a:r>
            <a:r>
              <a:rPr lang="en-IN" sz="1200" dirty="0"/>
              <a:t>(</a:t>
            </a:r>
            <a:r>
              <a:rPr lang="en-IN" sz="1200" dirty="0" err="1"/>
              <a:t>open_list</a:t>
            </a:r>
            <a:r>
              <a:rPr lang="en-IN" sz="1200" dirty="0"/>
              <a:t>, (0, 0, </a:t>
            </a:r>
            <a:r>
              <a:rPr lang="en-IN" sz="1200" dirty="0" err="1"/>
              <a:t>start_puzzle</a:t>
            </a:r>
            <a:r>
              <a:rPr lang="en-IN" sz="1200" dirty="0"/>
              <a:t>, []))</a:t>
            </a:r>
          </a:p>
          <a:p>
            <a:r>
              <a:rPr lang="en-IN" sz="1200" dirty="0"/>
              <a:t>    closed = set()</a:t>
            </a:r>
          </a:p>
          <a:p>
            <a:r>
              <a:rPr lang="en-IN" sz="1200" dirty="0"/>
              <a:t>    </a:t>
            </a:r>
          </a:p>
          <a:p>
            <a:r>
              <a:rPr lang="en-IN" sz="1200" dirty="0"/>
              <a:t>    while </a:t>
            </a:r>
            <a:r>
              <a:rPr lang="en-IN" sz="1200" dirty="0" err="1"/>
              <a:t>open_list</a:t>
            </a:r>
            <a:r>
              <a:rPr lang="en-IN" sz="1200" dirty="0"/>
              <a:t>:</a:t>
            </a:r>
          </a:p>
          <a:p>
            <a:r>
              <a:rPr lang="en-IN" sz="1200" dirty="0"/>
              <a:t>        f, g, current, path = </a:t>
            </a:r>
            <a:r>
              <a:rPr lang="en-IN" sz="1200" dirty="0" err="1"/>
              <a:t>heapq.heappop</a:t>
            </a:r>
            <a:r>
              <a:rPr lang="en-IN" sz="1200" dirty="0"/>
              <a:t>(</a:t>
            </a:r>
            <a:r>
              <a:rPr lang="en-IN" sz="1200" dirty="0" err="1"/>
              <a:t>open_list</a:t>
            </a:r>
            <a:r>
              <a:rPr lang="en-IN" sz="1200" dirty="0"/>
              <a:t>)</a:t>
            </a:r>
          </a:p>
          <a:p>
            <a:r>
              <a:rPr lang="en-IN" sz="1200" dirty="0"/>
              <a:t>        flat = tuple(tuple(row) for row in current)</a:t>
            </a:r>
          </a:p>
          <a:p>
            <a:r>
              <a:rPr lang="en-IN" sz="1200" dirty="0"/>
              <a:t>        if flat in closed: continue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closed.add</a:t>
            </a:r>
            <a:r>
              <a:rPr lang="en-IN" sz="1200" dirty="0"/>
              <a:t>(flat)</a:t>
            </a:r>
          </a:p>
          <a:p>
            <a:r>
              <a:rPr lang="en-IN" sz="1200" dirty="0"/>
              <a:t>        </a:t>
            </a:r>
          </a:p>
          <a:p>
            <a:r>
              <a:rPr lang="en-IN" sz="1200" dirty="0"/>
              <a:t>        if </a:t>
            </a:r>
            <a:r>
              <a:rPr lang="en-IN" sz="1200" dirty="0" err="1"/>
              <a:t>is_solved</a:t>
            </a:r>
            <a:r>
              <a:rPr lang="en-IN" sz="1200" dirty="0"/>
              <a:t>(current, GOAL):</a:t>
            </a:r>
          </a:p>
          <a:p>
            <a:r>
              <a:rPr lang="en-IN" sz="1200" dirty="0"/>
              <a:t>            return path + [current], </a:t>
            </a:r>
            <a:r>
              <a:rPr lang="en-IN" sz="1200" dirty="0" err="1"/>
              <a:t>len</a:t>
            </a:r>
            <a:r>
              <a:rPr lang="en-IN" sz="1200" dirty="0"/>
              <a:t>(closed)</a:t>
            </a:r>
          </a:p>
          <a:p>
            <a:r>
              <a:rPr lang="en-IN" sz="1200" dirty="0"/>
              <a:t>        </a:t>
            </a:r>
          </a:p>
          <a:p>
            <a:r>
              <a:rPr lang="en-IN" sz="1200" dirty="0"/>
              <a:t>        </a:t>
            </a:r>
            <a:r>
              <a:rPr lang="en-IN" sz="1200" dirty="0" err="1"/>
              <a:t>blank_r</a:t>
            </a:r>
            <a:r>
              <a:rPr lang="en-IN" sz="1200" dirty="0"/>
              <a:t>, </a:t>
            </a:r>
            <a:r>
              <a:rPr lang="en-IN" sz="1200" dirty="0" err="1"/>
              <a:t>blank_c</a:t>
            </a:r>
            <a:r>
              <a:rPr lang="en-IN" sz="1200" dirty="0"/>
              <a:t> = next((</a:t>
            </a:r>
            <a:r>
              <a:rPr lang="en-IN" sz="1200" dirty="0" err="1"/>
              <a:t>r,c</a:t>
            </a:r>
            <a:r>
              <a:rPr lang="en-IN" sz="1200" dirty="0"/>
              <a:t>) for r in range(3) for c in range(3) if current[r][c] == 0)</a:t>
            </a:r>
          </a:p>
          <a:p>
            <a:r>
              <a:rPr lang="en-IN" sz="1200" dirty="0"/>
              <a:t>        </a:t>
            </a:r>
          </a:p>
          <a:p>
            <a:r>
              <a:rPr lang="en-IN" sz="1200" dirty="0"/>
              <a:t>        for dr, dc, move in [(-1,0,'U'), (1,0,'D'), (0,-1,'L'), (0,1,'R')]:</a:t>
            </a:r>
          </a:p>
          <a:p>
            <a:r>
              <a:rPr lang="en-IN" sz="1200" dirty="0"/>
              <a:t>            nr, </a:t>
            </a:r>
            <a:r>
              <a:rPr lang="en-IN" sz="1200" dirty="0" err="1"/>
              <a:t>nc</a:t>
            </a:r>
            <a:r>
              <a:rPr lang="en-IN" sz="1200" dirty="0"/>
              <a:t> = </a:t>
            </a:r>
            <a:r>
              <a:rPr lang="en-IN" sz="1200" dirty="0" err="1"/>
              <a:t>blank_r</a:t>
            </a:r>
            <a:r>
              <a:rPr lang="en-IN" sz="1200" dirty="0"/>
              <a:t> + dr, </a:t>
            </a:r>
            <a:r>
              <a:rPr lang="en-IN" sz="1200" dirty="0" err="1"/>
              <a:t>blank_c</a:t>
            </a:r>
            <a:r>
              <a:rPr lang="en-IN" sz="1200" dirty="0"/>
              <a:t> + dc</a:t>
            </a:r>
          </a:p>
          <a:p>
            <a:r>
              <a:rPr lang="en-IN" sz="1200" dirty="0"/>
              <a:t>            if 0 &lt;= nr &lt; 3 and 0 &lt;= </a:t>
            </a:r>
            <a:r>
              <a:rPr lang="en-IN" sz="1200" dirty="0" err="1"/>
              <a:t>nc</a:t>
            </a:r>
            <a:r>
              <a:rPr lang="en-IN" sz="1200" dirty="0"/>
              <a:t> &lt; 3:</a:t>
            </a:r>
          </a:p>
          <a:p>
            <a:r>
              <a:rPr lang="en-IN" sz="1200" dirty="0"/>
              <a:t>                </a:t>
            </a:r>
            <a:r>
              <a:rPr lang="en-IN" sz="1200" dirty="0" err="1"/>
              <a:t>next_state</a:t>
            </a:r>
            <a:r>
              <a:rPr lang="en-IN" sz="1200" dirty="0"/>
              <a:t> = </a:t>
            </a:r>
            <a:r>
              <a:rPr lang="en-IN" sz="1200" dirty="0" err="1"/>
              <a:t>deepcopy</a:t>
            </a:r>
            <a:r>
              <a:rPr lang="en-IN" sz="1200" dirty="0"/>
              <a:t>(current)</a:t>
            </a:r>
          </a:p>
          <a:p>
            <a:r>
              <a:rPr lang="en-IN" sz="1200" dirty="0"/>
              <a:t>                </a:t>
            </a:r>
            <a:r>
              <a:rPr lang="en-IN" sz="1200" dirty="0" err="1"/>
              <a:t>next_state</a:t>
            </a:r>
            <a:r>
              <a:rPr lang="en-IN" sz="1200" dirty="0"/>
              <a:t>[</a:t>
            </a:r>
            <a:r>
              <a:rPr lang="en-IN" sz="1200" dirty="0" err="1"/>
              <a:t>blank_r</a:t>
            </a:r>
            <a:r>
              <a:rPr lang="en-IN" sz="1200" dirty="0"/>
              <a:t>][</a:t>
            </a:r>
            <a:r>
              <a:rPr lang="en-IN" sz="1200" dirty="0" err="1"/>
              <a:t>blank_c</a:t>
            </a:r>
            <a:r>
              <a:rPr lang="en-IN" sz="1200" dirty="0"/>
              <a:t>], </a:t>
            </a:r>
            <a:r>
              <a:rPr lang="en-IN" sz="1200" dirty="0" err="1"/>
              <a:t>next_state</a:t>
            </a:r>
            <a:r>
              <a:rPr lang="en-IN" sz="1200" dirty="0"/>
              <a:t>[nr][</a:t>
            </a:r>
            <a:r>
              <a:rPr lang="en-IN" sz="1200" dirty="0" err="1"/>
              <a:t>nc</a:t>
            </a:r>
            <a:r>
              <a:rPr lang="en-IN" sz="1200" dirty="0"/>
              <a:t>] = </a:t>
            </a:r>
            <a:r>
              <a:rPr lang="en-IN" sz="1200" dirty="0" err="1"/>
              <a:t>next_state</a:t>
            </a:r>
            <a:r>
              <a:rPr lang="en-IN" sz="1200" dirty="0"/>
              <a:t>[nr][</a:t>
            </a:r>
            <a:r>
              <a:rPr lang="en-IN" sz="1200" dirty="0" err="1"/>
              <a:t>nc</a:t>
            </a:r>
            <a:r>
              <a:rPr lang="en-IN" sz="1200" dirty="0"/>
              <a:t>], </a:t>
            </a:r>
            <a:r>
              <a:rPr lang="en-IN" sz="1200" dirty="0" err="1"/>
              <a:t>next_state</a:t>
            </a:r>
            <a:r>
              <a:rPr lang="en-IN" sz="1200" dirty="0"/>
              <a:t>[</a:t>
            </a:r>
            <a:r>
              <a:rPr lang="en-IN" sz="1200" dirty="0" err="1"/>
              <a:t>blank_r</a:t>
            </a:r>
            <a:r>
              <a:rPr lang="en-IN" sz="1200" dirty="0"/>
              <a:t>][</a:t>
            </a:r>
            <a:r>
              <a:rPr lang="en-IN" sz="1200" dirty="0" err="1"/>
              <a:t>blank_c</a:t>
            </a:r>
            <a:r>
              <a:rPr lang="en-IN" sz="1200" dirty="0"/>
              <a:t>]</a:t>
            </a:r>
          </a:p>
          <a:p>
            <a:r>
              <a:rPr lang="en-IN" sz="1200" dirty="0"/>
              <a:t>                </a:t>
            </a:r>
          </a:p>
          <a:p>
            <a:r>
              <a:rPr lang="en-IN" sz="1200" dirty="0"/>
              <a:t>                if tuple(tuple(row) for row in </a:t>
            </a:r>
            <a:r>
              <a:rPr lang="en-IN" sz="1200" dirty="0" err="1"/>
              <a:t>next_state</a:t>
            </a:r>
            <a:r>
              <a:rPr lang="en-IN" sz="1200" dirty="0"/>
              <a:t>) not in closed:</a:t>
            </a:r>
          </a:p>
          <a:p>
            <a:r>
              <a:rPr lang="en-IN" sz="1200" dirty="0"/>
              <a:t>                    h = </a:t>
            </a:r>
            <a:r>
              <a:rPr lang="en-IN" sz="1200" dirty="0" err="1"/>
              <a:t>manhattan_distance</a:t>
            </a:r>
            <a:r>
              <a:rPr lang="en-IN" sz="1200" dirty="0"/>
              <a:t>(</a:t>
            </a:r>
            <a:r>
              <a:rPr lang="en-IN" sz="1200" dirty="0" err="1"/>
              <a:t>next_state</a:t>
            </a:r>
            <a:r>
              <a:rPr lang="en-IN" sz="1200" dirty="0"/>
              <a:t>, GOAL)</a:t>
            </a:r>
          </a:p>
          <a:p>
            <a:r>
              <a:rPr lang="en-IN" sz="1200" dirty="0"/>
              <a:t>                    </a:t>
            </a:r>
            <a:r>
              <a:rPr lang="en-IN" sz="1200" dirty="0" err="1"/>
              <a:t>heapq.heappush</a:t>
            </a:r>
            <a:r>
              <a:rPr lang="en-IN" sz="1200" dirty="0"/>
              <a:t>(</a:t>
            </a:r>
            <a:r>
              <a:rPr lang="en-IN" sz="1200" dirty="0" err="1"/>
              <a:t>open_list</a:t>
            </a:r>
            <a:r>
              <a:rPr lang="en-IN" sz="1200" dirty="0"/>
              <a:t>, (g+1+h, g+1, </a:t>
            </a:r>
            <a:r>
              <a:rPr lang="en-IN" sz="1200" dirty="0" err="1"/>
              <a:t>next_state</a:t>
            </a:r>
            <a:r>
              <a:rPr lang="en-IN" sz="1200" dirty="0"/>
              <a:t>, path + [move]))</a:t>
            </a:r>
          </a:p>
          <a:p>
            <a:r>
              <a:rPr lang="en-IN" sz="1200" dirty="0"/>
              <a:t>    </a:t>
            </a:r>
          </a:p>
          <a:p>
            <a:r>
              <a:rPr lang="en-IN" sz="1200" dirty="0"/>
              <a:t>    return None, </a:t>
            </a:r>
            <a:r>
              <a:rPr lang="en-IN" sz="1200" dirty="0" err="1"/>
              <a:t>len</a:t>
            </a:r>
            <a:r>
              <a:rPr lang="en-IN" sz="1200" dirty="0"/>
              <a:t>(closed)</a:t>
            </a:r>
          </a:p>
        </p:txBody>
      </p:sp>
    </p:spTree>
    <p:extLst>
      <p:ext uri="{BB962C8B-B14F-4D97-AF65-F5344CB8AC3E}">
        <p14:creationId xmlns:p14="http://schemas.microsoft.com/office/powerpoint/2010/main" val="21668071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CA7CA9-F410-B3B8-0557-3B26B51F96A6}"/>
              </a:ext>
            </a:extLst>
          </p:cNvPr>
          <p:cNvSpPr txBox="1"/>
          <p:nvPr/>
        </p:nvSpPr>
        <p:spPr>
          <a:xfrm>
            <a:off x="6096000" y="869983"/>
            <a:ext cx="717754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# 3. VALIDATE</a:t>
            </a:r>
          </a:p>
          <a:p>
            <a:r>
              <a:rPr lang="en-IN" sz="1200" dirty="0"/>
              <a:t>if not </a:t>
            </a:r>
            <a:r>
              <a:rPr lang="en-IN" sz="1200" dirty="0" err="1"/>
              <a:t>is_valid_puzzle</a:t>
            </a:r>
            <a:r>
              <a:rPr lang="en-IN" sz="1200" dirty="0"/>
              <a:t>(puzzle) or not </a:t>
            </a:r>
            <a:r>
              <a:rPr lang="en-IN" sz="1200" dirty="0" err="1"/>
              <a:t>is_valid_puzzle</a:t>
            </a:r>
            <a:r>
              <a:rPr lang="en-IN" sz="1200" dirty="0"/>
              <a:t>(GOAL):</a:t>
            </a:r>
          </a:p>
          <a:p>
            <a:r>
              <a:rPr lang="en-IN" sz="1200" dirty="0"/>
              <a:t>    print("❌ Invalid puzzle(s)! Must contain 0-8 exactly once.")</a:t>
            </a:r>
          </a:p>
          <a:p>
            <a:r>
              <a:rPr lang="en-IN" sz="1200" dirty="0"/>
              <a:t>    exit()</a:t>
            </a:r>
          </a:p>
          <a:p>
            <a:endParaRPr lang="en-IN" sz="1200" dirty="0"/>
          </a:p>
          <a:p>
            <a:r>
              <a:rPr lang="en-IN" sz="1200" dirty="0"/>
              <a:t>print(f"\</a:t>
            </a:r>
            <a:r>
              <a:rPr lang="en-IN" sz="1200" dirty="0" err="1"/>
              <a:t>nStart</a:t>
            </a:r>
            <a:r>
              <a:rPr lang="en-IN" sz="1200" dirty="0"/>
              <a:t>:\n{puzzle}")</a:t>
            </a:r>
          </a:p>
          <a:p>
            <a:r>
              <a:rPr lang="en-IN" sz="1200" dirty="0"/>
              <a:t>print(</a:t>
            </a:r>
            <a:r>
              <a:rPr lang="en-IN" sz="1200" dirty="0" err="1"/>
              <a:t>f"Goal</a:t>
            </a:r>
            <a:r>
              <a:rPr lang="en-IN" sz="1200" dirty="0"/>
              <a:t>:\n{GOAL}")</a:t>
            </a:r>
          </a:p>
          <a:p>
            <a:endParaRPr lang="en-IN" sz="1200" dirty="0"/>
          </a:p>
          <a:p>
            <a:r>
              <a:rPr lang="en-IN" sz="1200" dirty="0"/>
              <a:t># 4. SOLVE</a:t>
            </a:r>
          </a:p>
          <a:p>
            <a:r>
              <a:rPr lang="en-IN" sz="1200" dirty="0"/>
              <a:t>result, nodes = solve_8puzzle(puzzle, GOAL)</a:t>
            </a:r>
          </a:p>
          <a:p>
            <a:r>
              <a:rPr lang="en-IN" sz="1200" dirty="0"/>
              <a:t>if result:</a:t>
            </a:r>
          </a:p>
          <a:p>
            <a:r>
              <a:rPr lang="en-IN" sz="1200" dirty="0"/>
              <a:t>    print(f"\n✅ SOLVED in {</a:t>
            </a:r>
            <a:r>
              <a:rPr lang="en-IN" sz="1200" dirty="0" err="1"/>
              <a:t>len</a:t>
            </a:r>
            <a:r>
              <a:rPr lang="en-IN" sz="1200" dirty="0"/>
              <a:t>(result)-1} moves, {nodes} nodes explored!")</a:t>
            </a:r>
          </a:p>
          <a:p>
            <a:r>
              <a:rPr lang="en-IN" sz="1200" dirty="0"/>
              <a:t>    for </a:t>
            </a:r>
            <a:r>
              <a:rPr lang="en-IN" sz="1200" dirty="0" err="1"/>
              <a:t>i</a:t>
            </a:r>
            <a:r>
              <a:rPr lang="en-IN" sz="1200" dirty="0"/>
              <a:t>, state in enumerate(result):</a:t>
            </a:r>
          </a:p>
          <a:p>
            <a:r>
              <a:rPr lang="en-IN" sz="1200" dirty="0"/>
              <a:t>        print(</a:t>
            </a:r>
            <a:r>
              <a:rPr lang="en-IN" sz="1200" dirty="0" err="1"/>
              <a:t>f"Step</a:t>
            </a:r>
            <a:r>
              <a:rPr lang="en-IN" sz="1200" dirty="0"/>
              <a:t> {</a:t>
            </a:r>
            <a:r>
              <a:rPr lang="en-IN" sz="1200" dirty="0" err="1"/>
              <a:t>i</a:t>
            </a:r>
            <a:r>
              <a:rPr lang="en-IN" sz="1200" dirty="0"/>
              <a:t>}: {state}")</a:t>
            </a:r>
          </a:p>
          <a:p>
            <a:r>
              <a:rPr lang="en-IN" sz="1200" dirty="0"/>
              <a:t>else:</a:t>
            </a:r>
          </a:p>
          <a:p>
            <a:r>
              <a:rPr lang="en-IN" sz="1200" dirty="0"/>
              <a:t>    print(f"\n❌ Unsolvable (explored {nodes} nodes)")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F2AD4B-A7A5-2016-9FDB-A93BC615993F}"/>
              </a:ext>
            </a:extLst>
          </p:cNvPr>
          <p:cNvSpPr txBox="1"/>
          <p:nvPr/>
        </p:nvSpPr>
        <p:spPr>
          <a:xfrm>
            <a:off x="995517" y="1120676"/>
            <a:ext cx="610091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# 2. INPUT + VALIDATION</a:t>
            </a:r>
          </a:p>
          <a:p>
            <a:r>
              <a:rPr lang="en-IN" sz="1200" dirty="0"/>
              <a:t>print("Enter START puzzle (0-8 exactly once):")</a:t>
            </a:r>
          </a:p>
          <a:p>
            <a:r>
              <a:rPr lang="en-IN" sz="1200" dirty="0" err="1"/>
              <a:t>a,b,c</a:t>
            </a:r>
            <a:r>
              <a:rPr lang="en-IN" sz="1200" dirty="0"/>
              <a:t> = map(int, input("Row 1: ").split())</a:t>
            </a:r>
          </a:p>
          <a:p>
            <a:r>
              <a:rPr lang="en-IN" sz="1200" dirty="0" err="1"/>
              <a:t>d,e,f</a:t>
            </a:r>
            <a:r>
              <a:rPr lang="en-IN" sz="1200" dirty="0"/>
              <a:t> = map(int, input("Row 2: ").split())</a:t>
            </a:r>
          </a:p>
          <a:p>
            <a:r>
              <a:rPr lang="en-IN" sz="1200" dirty="0" err="1"/>
              <a:t>g,h,i</a:t>
            </a:r>
            <a:r>
              <a:rPr lang="en-IN" sz="1200" dirty="0"/>
              <a:t> = map(int, input("Row 3: ").split())</a:t>
            </a:r>
          </a:p>
          <a:p>
            <a:r>
              <a:rPr lang="en-IN" sz="1200" dirty="0"/>
              <a:t>puzzle = [[</a:t>
            </a:r>
            <a:r>
              <a:rPr lang="en-IN" sz="1200" dirty="0" err="1"/>
              <a:t>a,b,c</a:t>
            </a:r>
            <a:r>
              <a:rPr lang="en-IN" sz="1200" dirty="0"/>
              <a:t>],[</a:t>
            </a:r>
            <a:r>
              <a:rPr lang="en-IN" sz="1200" dirty="0" err="1"/>
              <a:t>d,e,f</a:t>
            </a:r>
            <a:r>
              <a:rPr lang="en-IN" sz="1200" dirty="0"/>
              <a:t>],[</a:t>
            </a:r>
            <a:r>
              <a:rPr lang="en-IN" sz="1200" dirty="0" err="1"/>
              <a:t>g,h,i</a:t>
            </a:r>
            <a:r>
              <a:rPr lang="en-IN" sz="1200" dirty="0"/>
              <a:t>]]</a:t>
            </a:r>
          </a:p>
          <a:p>
            <a:endParaRPr lang="en-IN" sz="1200" dirty="0"/>
          </a:p>
          <a:p>
            <a:r>
              <a:rPr lang="en-IN" sz="1200" dirty="0"/>
              <a:t>print("Enter GOAL puzzle (0-8 exactly once):")</a:t>
            </a:r>
          </a:p>
          <a:p>
            <a:r>
              <a:rPr lang="en-IN" sz="1200" dirty="0" err="1"/>
              <a:t>j,k,l</a:t>
            </a:r>
            <a:r>
              <a:rPr lang="en-IN" sz="1200" dirty="0"/>
              <a:t> = map(int, input("Goal Row 1: ").split())</a:t>
            </a:r>
          </a:p>
          <a:p>
            <a:r>
              <a:rPr lang="en-IN" sz="1200" dirty="0" err="1"/>
              <a:t>m,n,o</a:t>
            </a:r>
            <a:r>
              <a:rPr lang="en-IN" sz="1200" dirty="0"/>
              <a:t> = map(int, input("Goal Row 2: ").split())</a:t>
            </a:r>
          </a:p>
          <a:p>
            <a:r>
              <a:rPr lang="en-IN" sz="1200" dirty="0" err="1"/>
              <a:t>p,q,r</a:t>
            </a:r>
            <a:r>
              <a:rPr lang="en-IN" sz="1200" dirty="0"/>
              <a:t> = map(int, input("Goal Row 3: ").split())</a:t>
            </a:r>
          </a:p>
          <a:p>
            <a:r>
              <a:rPr lang="en-IN" sz="1200" dirty="0"/>
              <a:t>GOAL = [[</a:t>
            </a:r>
            <a:r>
              <a:rPr lang="en-IN" sz="1200" dirty="0" err="1"/>
              <a:t>j,k,l</a:t>
            </a:r>
            <a:r>
              <a:rPr lang="en-IN" sz="1200" dirty="0"/>
              <a:t>],[</a:t>
            </a:r>
            <a:r>
              <a:rPr lang="en-IN" sz="1200" dirty="0" err="1"/>
              <a:t>m,n,o</a:t>
            </a:r>
            <a:r>
              <a:rPr lang="en-IN" sz="1200" dirty="0"/>
              <a:t>],[</a:t>
            </a:r>
            <a:r>
              <a:rPr lang="en-IN" sz="1200" dirty="0" err="1"/>
              <a:t>p,q,r</a:t>
            </a:r>
            <a:r>
              <a:rPr lang="en-IN" sz="1200" dirty="0"/>
              <a:t>]]</a:t>
            </a:r>
          </a:p>
        </p:txBody>
      </p:sp>
    </p:spTree>
    <p:extLst>
      <p:ext uri="{BB962C8B-B14F-4D97-AF65-F5344CB8AC3E}">
        <p14:creationId xmlns:p14="http://schemas.microsoft.com/office/powerpoint/2010/main" val="2492528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4365E9-6880-7AF5-A99B-26197671FFD0}"/>
              </a:ext>
            </a:extLst>
          </p:cNvPr>
          <p:cNvSpPr txBox="1"/>
          <p:nvPr/>
        </p:nvSpPr>
        <p:spPr>
          <a:xfrm>
            <a:off x="196645" y="81672"/>
            <a:ext cx="11798710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effectLst/>
                <a:latin typeface="pplxSerif"/>
              </a:rPr>
              <a:t>📂 </a:t>
            </a:r>
            <a:r>
              <a:rPr lang="en-US" sz="2300" b="1" i="0" u="sng" dirty="0">
                <a:effectLst/>
                <a:latin typeface="pplxSerif"/>
              </a:rPr>
              <a:t>Complete Working Code</a:t>
            </a:r>
            <a:r>
              <a:rPr lang="en-US" b="1" i="0" u="sng" dirty="0">
                <a:effectLst/>
                <a:latin typeface="pplxSerif"/>
              </a:rPr>
              <a:t>(</a:t>
            </a:r>
            <a:r>
              <a:rPr lang="en-US" i="0" dirty="0">
                <a:effectLst/>
                <a:highlight>
                  <a:srgbClr val="FFFF00"/>
                </a:highlight>
                <a:latin typeface="pplxSerif"/>
              </a:rPr>
              <a:t>AFTER TRYING SOLELY BYSELF ONLY DEFINING LEGAL MOVES THEN USING MODULES </a:t>
            </a:r>
            <a:r>
              <a:rPr lang="en-US" dirty="0">
                <a:highlight>
                  <a:srgbClr val="FFFF00"/>
                </a:highlight>
                <a:latin typeface="pplxSerif"/>
              </a:rPr>
              <a:t>THEN</a:t>
            </a:r>
            <a:r>
              <a:rPr lang="en-US" i="0" dirty="0">
                <a:effectLst/>
                <a:highlight>
                  <a:srgbClr val="FFFF00"/>
                </a:highlight>
                <a:latin typeface="pplxSerif"/>
              </a:rPr>
              <a:t> AI PROMPTS AND FINALLY THIS FINAL VERSION)</a:t>
            </a:r>
            <a:endParaRPr lang="en-US" b="1" i="0" u="sng" dirty="0">
              <a:effectLst/>
              <a:highlight>
                <a:srgbClr val="FFFF00"/>
              </a:highlight>
              <a:latin typeface="pplxSerif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0" i="0" dirty="0">
                <a:effectLst/>
                <a:latin typeface="pplxSansMono"/>
              </a:rPr>
              <a:t>Python: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F54C29-61DD-1052-6474-2D01B6A0CBC3}"/>
              </a:ext>
            </a:extLst>
          </p:cNvPr>
          <p:cNvSpPr txBox="1"/>
          <p:nvPr/>
        </p:nvSpPr>
        <p:spPr>
          <a:xfrm>
            <a:off x="3220066" y="-3492215"/>
            <a:ext cx="6676102" cy="10895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import </a:t>
            </a:r>
            <a:r>
              <a:rPr lang="en-IN" dirty="0" err="1"/>
              <a:t>heapq</a:t>
            </a:r>
            <a:endParaRPr lang="en-IN" dirty="0"/>
          </a:p>
          <a:p>
            <a:r>
              <a:rPr lang="en-IN" dirty="0"/>
              <a:t>from copy import </a:t>
            </a:r>
            <a:r>
              <a:rPr lang="en-IN" dirty="0" err="1"/>
              <a:t>deepcopy</a:t>
            </a:r>
            <a:endParaRPr lang="en-IN" dirty="0"/>
          </a:p>
          <a:p>
            <a:endParaRPr lang="en-IN" dirty="0"/>
          </a:p>
          <a:p>
            <a:r>
              <a:rPr lang="en-IN" dirty="0"/>
              <a:t># 1. FUNCTIONS FIRST (before input)</a:t>
            </a:r>
          </a:p>
          <a:p>
            <a:r>
              <a:rPr lang="en-IN" dirty="0"/>
              <a:t>def </a:t>
            </a:r>
            <a:r>
              <a:rPr lang="en-IN" dirty="0" err="1"/>
              <a:t>is_valid_puzzle</a:t>
            </a:r>
            <a:r>
              <a:rPr lang="en-IN" dirty="0"/>
              <a:t>(puzzle):</a:t>
            </a:r>
          </a:p>
          <a:p>
            <a:r>
              <a:rPr lang="en-IN" dirty="0"/>
              <a:t>    flat = [</a:t>
            </a:r>
            <a:r>
              <a:rPr lang="en-IN" dirty="0" err="1"/>
              <a:t>num</a:t>
            </a:r>
            <a:r>
              <a:rPr lang="en-IN" dirty="0"/>
              <a:t> for row in puzzle for </a:t>
            </a:r>
            <a:r>
              <a:rPr lang="en-IN" dirty="0" err="1"/>
              <a:t>num</a:t>
            </a:r>
            <a:r>
              <a:rPr lang="en-IN" dirty="0"/>
              <a:t> in row]</a:t>
            </a:r>
          </a:p>
          <a:p>
            <a:r>
              <a:rPr lang="en-IN" dirty="0"/>
              <a:t>    return sorted(flat) == list(range(9))</a:t>
            </a:r>
          </a:p>
          <a:p>
            <a:r>
              <a:rPr lang="en-IN" dirty="0"/>
              <a:t>def </a:t>
            </a:r>
            <a:r>
              <a:rPr lang="en-IN" dirty="0" err="1"/>
              <a:t>is_solved</a:t>
            </a:r>
            <a:r>
              <a:rPr lang="en-IN" dirty="0"/>
              <a:t>(current, GOAL):</a:t>
            </a:r>
          </a:p>
          <a:p>
            <a:r>
              <a:rPr lang="en-IN" dirty="0"/>
              <a:t>    return current == GOAL</a:t>
            </a:r>
          </a:p>
          <a:p>
            <a:r>
              <a:rPr lang="en-IN" dirty="0"/>
              <a:t>def </a:t>
            </a:r>
            <a:r>
              <a:rPr lang="en-IN" dirty="0" err="1"/>
              <a:t>manhattan_distance</a:t>
            </a:r>
            <a:r>
              <a:rPr lang="en-IN" dirty="0"/>
              <a:t>(puzzle, GOAL):</a:t>
            </a:r>
          </a:p>
          <a:p>
            <a:r>
              <a:rPr lang="en-IN" dirty="0"/>
              <a:t>    distance = 0</a:t>
            </a:r>
          </a:p>
          <a:p>
            <a:r>
              <a:rPr lang="en-IN" dirty="0"/>
              <a:t>    for </a:t>
            </a:r>
            <a:r>
              <a:rPr lang="en-IN" dirty="0" err="1"/>
              <a:t>i</a:t>
            </a:r>
            <a:r>
              <a:rPr lang="en-IN" dirty="0"/>
              <a:t> in range(3):</a:t>
            </a:r>
          </a:p>
          <a:p>
            <a:r>
              <a:rPr lang="en-IN" dirty="0"/>
              <a:t>        for j in range(3):</a:t>
            </a:r>
          </a:p>
          <a:p>
            <a:r>
              <a:rPr lang="en-IN" dirty="0"/>
              <a:t>            if puzzle[</a:t>
            </a:r>
            <a:r>
              <a:rPr lang="en-IN" dirty="0" err="1"/>
              <a:t>i</a:t>
            </a:r>
            <a:r>
              <a:rPr lang="en-IN" dirty="0"/>
              <a:t>][j] != 0:</a:t>
            </a:r>
          </a:p>
          <a:p>
            <a:r>
              <a:rPr lang="en-IN" dirty="0"/>
              <a:t>                # Find this tile's goal position</a:t>
            </a:r>
          </a:p>
          <a:p>
            <a:r>
              <a:rPr lang="en-IN" dirty="0"/>
              <a:t>                for </a:t>
            </a:r>
            <a:r>
              <a:rPr lang="en-IN" dirty="0" err="1"/>
              <a:t>gi</a:t>
            </a:r>
            <a:r>
              <a:rPr lang="en-IN" dirty="0"/>
              <a:t> in range(3):</a:t>
            </a:r>
          </a:p>
          <a:p>
            <a:r>
              <a:rPr lang="en-IN" dirty="0"/>
              <a:t>                    for </a:t>
            </a:r>
            <a:r>
              <a:rPr lang="en-IN" dirty="0" err="1"/>
              <a:t>gj</a:t>
            </a:r>
            <a:r>
              <a:rPr lang="en-IN" dirty="0"/>
              <a:t> in range(3):</a:t>
            </a:r>
          </a:p>
          <a:p>
            <a:r>
              <a:rPr lang="en-IN" dirty="0"/>
              <a:t>                        if GOAL[</a:t>
            </a:r>
            <a:r>
              <a:rPr lang="en-IN" dirty="0" err="1"/>
              <a:t>gi</a:t>
            </a:r>
            <a:r>
              <a:rPr lang="en-IN" dirty="0"/>
              <a:t>][</a:t>
            </a:r>
            <a:r>
              <a:rPr lang="en-IN" dirty="0" err="1"/>
              <a:t>gj</a:t>
            </a:r>
            <a:r>
              <a:rPr lang="en-IN" dirty="0"/>
              <a:t>] == puzzle[</a:t>
            </a:r>
            <a:r>
              <a:rPr lang="en-IN" dirty="0" err="1"/>
              <a:t>i</a:t>
            </a:r>
            <a:r>
              <a:rPr lang="en-IN" dirty="0"/>
              <a:t>][j]:</a:t>
            </a:r>
          </a:p>
          <a:p>
            <a:r>
              <a:rPr lang="en-IN" dirty="0"/>
              <a:t>                            distance += abs(</a:t>
            </a:r>
            <a:r>
              <a:rPr lang="en-IN" dirty="0" err="1"/>
              <a:t>i-gi</a:t>
            </a:r>
            <a:r>
              <a:rPr lang="en-IN" dirty="0"/>
              <a:t>) + abs(j-</a:t>
            </a:r>
            <a:r>
              <a:rPr lang="en-IN" dirty="0" err="1"/>
              <a:t>gj</a:t>
            </a:r>
            <a:r>
              <a:rPr lang="en-IN" dirty="0"/>
              <a:t>)</a:t>
            </a:r>
          </a:p>
          <a:p>
            <a:r>
              <a:rPr lang="en-IN" dirty="0"/>
              <a:t>                            break</a:t>
            </a:r>
          </a:p>
          <a:p>
            <a:r>
              <a:rPr lang="en-IN" dirty="0"/>
              <a:t>    return distance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30968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944612-7D1F-4065-547B-EDC9D9624761}"/>
              </a:ext>
            </a:extLst>
          </p:cNvPr>
          <p:cNvSpPr txBox="1"/>
          <p:nvPr/>
        </p:nvSpPr>
        <p:spPr>
          <a:xfrm>
            <a:off x="1769806" y="0"/>
            <a:ext cx="11818374" cy="7571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endParaRPr lang="en-IN" dirty="0"/>
          </a:p>
          <a:p>
            <a:r>
              <a:rPr lang="en-IN" dirty="0"/>
              <a:t>def solve_8puzzle(</a:t>
            </a:r>
            <a:r>
              <a:rPr lang="en-IN" dirty="0" err="1"/>
              <a:t>start_puzzle</a:t>
            </a:r>
            <a:r>
              <a:rPr lang="en-IN" dirty="0"/>
              <a:t>, GOAL):</a:t>
            </a:r>
          </a:p>
          <a:p>
            <a:r>
              <a:rPr lang="en-IN" dirty="0"/>
              <a:t>    </a:t>
            </a:r>
            <a:r>
              <a:rPr lang="en-IN" dirty="0" err="1"/>
              <a:t>open_list</a:t>
            </a:r>
            <a:r>
              <a:rPr lang="en-IN" dirty="0"/>
              <a:t> = []</a:t>
            </a:r>
          </a:p>
          <a:p>
            <a:r>
              <a:rPr lang="en-IN" dirty="0"/>
              <a:t>    </a:t>
            </a:r>
            <a:r>
              <a:rPr lang="en-IN" dirty="0" err="1"/>
              <a:t>heapq.heappush</a:t>
            </a:r>
            <a:r>
              <a:rPr lang="en-IN" dirty="0"/>
              <a:t>(</a:t>
            </a:r>
            <a:r>
              <a:rPr lang="en-IN" dirty="0" err="1"/>
              <a:t>open_list</a:t>
            </a:r>
            <a:r>
              <a:rPr lang="en-IN" dirty="0"/>
              <a:t>, (0, 0, </a:t>
            </a:r>
            <a:r>
              <a:rPr lang="en-IN" dirty="0" err="1"/>
              <a:t>start_puzzle</a:t>
            </a:r>
            <a:r>
              <a:rPr lang="en-IN" dirty="0"/>
              <a:t>, []))</a:t>
            </a:r>
          </a:p>
          <a:p>
            <a:r>
              <a:rPr lang="en-IN" dirty="0"/>
              <a:t>    closed = set()</a:t>
            </a:r>
          </a:p>
          <a:p>
            <a:r>
              <a:rPr lang="en-IN" dirty="0"/>
              <a:t>  while </a:t>
            </a:r>
            <a:r>
              <a:rPr lang="en-IN" dirty="0" err="1"/>
              <a:t>open_list</a:t>
            </a:r>
            <a:r>
              <a:rPr lang="en-IN" dirty="0"/>
              <a:t>:</a:t>
            </a:r>
          </a:p>
          <a:p>
            <a:r>
              <a:rPr lang="en-IN" dirty="0"/>
              <a:t>        f, g, current, path = </a:t>
            </a:r>
            <a:r>
              <a:rPr lang="en-IN" dirty="0" err="1"/>
              <a:t>heapq.heappop</a:t>
            </a:r>
            <a:r>
              <a:rPr lang="en-IN" dirty="0"/>
              <a:t>(</a:t>
            </a:r>
            <a:r>
              <a:rPr lang="en-IN" dirty="0" err="1"/>
              <a:t>open_list</a:t>
            </a:r>
            <a:r>
              <a:rPr lang="en-IN" dirty="0"/>
              <a:t>)</a:t>
            </a:r>
          </a:p>
          <a:p>
            <a:r>
              <a:rPr lang="en-IN" dirty="0"/>
              <a:t>        flat = tuple(tuple(row) for row in current)</a:t>
            </a:r>
          </a:p>
          <a:p>
            <a:r>
              <a:rPr lang="en-IN" dirty="0"/>
              <a:t>        if flat in closed: continue</a:t>
            </a:r>
          </a:p>
          <a:p>
            <a:r>
              <a:rPr lang="en-IN" dirty="0"/>
              <a:t>        </a:t>
            </a:r>
            <a:r>
              <a:rPr lang="en-IN" dirty="0" err="1"/>
              <a:t>closed.add</a:t>
            </a:r>
            <a:r>
              <a:rPr lang="en-IN" dirty="0"/>
              <a:t>(flat)</a:t>
            </a:r>
          </a:p>
          <a:p>
            <a:r>
              <a:rPr lang="en-IN" dirty="0"/>
              <a:t>        if </a:t>
            </a:r>
            <a:r>
              <a:rPr lang="en-IN" dirty="0" err="1"/>
              <a:t>is_solved</a:t>
            </a:r>
            <a:r>
              <a:rPr lang="en-IN" dirty="0"/>
              <a:t>(current, GOAL):</a:t>
            </a:r>
          </a:p>
          <a:p>
            <a:r>
              <a:rPr lang="en-IN" dirty="0"/>
              <a:t>            return path + [current], </a:t>
            </a:r>
            <a:r>
              <a:rPr lang="en-IN" dirty="0" err="1"/>
              <a:t>len</a:t>
            </a:r>
            <a:r>
              <a:rPr lang="en-IN" dirty="0"/>
              <a:t>(closed)</a:t>
            </a:r>
          </a:p>
          <a:p>
            <a:r>
              <a:rPr lang="en-IN" dirty="0"/>
              <a:t>        </a:t>
            </a:r>
            <a:r>
              <a:rPr lang="en-IN" dirty="0" err="1"/>
              <a:t>blank_r</a:t>
            </a:r>
            <a:r>
              <a:rPr lang="en-IN" dirty="0"/>
              <a:t>, </a:t>
            </a:r>
            <a:r>
              <a:rPr lang="en-IN" dirty="0" err="1"/>
              <a:t>blank_c</a:t>
            </a:r>
            <a:r>
              <a:rPr lang="en-IN" dirty="0"/>
              <a:t> = next((</a:t>
            </a:r>
            <a:r>
              <a:rPr lang="en-IN" dirty="0" err="1"/>
              <a:t>r,c</a:t>
            </a:r>
            <a:r>
              <a:rPr lang="en-IN" dirty="0"/>
              <a:t>) for r in range(3) for c in range(3) if current[r][c] == 0)</a:t>
            </a:r>
          </a:p>
          <a:p>
            <a:r>
              <a:rPr lang="en-IN" dirty="0"/>
              <a:t>        for dr, dc, move in [(-1,0,'U'), (1,0,'D'), (0,-1,'L'), (0,1,'R')]:</a:t>
            </a:r>
          </a:p>
          <a:p>
            <a:r>
              <a:rPr lang="en-IN" dirty="0"/>
              <a:t>            nr, </a:t>
            </a:r>
            <a:r>
              <a:rPr lang="en-IN" dirty="0" err="1"/>
              <a:t>nc</a:t>
            </a:r>
            <a:r>
              <a:rPr lang="en-IN" dirty="0"/>
              <a:t> = </a:t>
            </a:r>
            <a:r>
              <a:rPr lang="en-IN" dirty="0" err="1"/>
              <a:t>blank_r</a:t>
            </a:r>
            <a:r>
              <a:rPr lang="en-IN" dirty="0"/>
              <a:t> + dr, </a:t>
            </a:r>
            <a:r>
              <a:rPr lang="en-IN" dirty="0" err="1"/>
              <a:t>blank_c</a:t>
            </a:r>
            <a:r>
              <a:rPr lang="en-IN" dirty="0"/>
              <a:t> + dc</a:t>
            </a:r>
          </a:p>
          <a:p>
            <a:r>
              <a:rPr lang="en-IN" dirty="0"/>
              <a:t>            if 0 &lt;= nr &lt; 3 and 0 &lt;= </a:t>
            </a:r>
            <a:r>
              <a:rPr lang="en-IN" dirty="0" err="1"/>
              <a:t>nc</a:t>
            </a:r>
            <a:r>
              <a:rPr lang="en-IN" dirty="0"/>
              <a:t> &lt; 3:</a:t>
            </a:r>
          </a:p>
          <a:p>
            <a:r>
              <a:rPr lang="en-IN" dirty="0"/>
              <a:t>                </a:t>
            </a:r>
            <a:r>
              <a:rPr lang="en-IN" dirty="0" err="1"/>
              <a:t>next_state</a:t>
            </a:r>
            <a:r>
              <a:rPr lang="en-IN" dirty="0"/>
              <a:t> = </a:t>
            </a:r>
            <a:r>
              <a:rPr lang="en-IN" dirty="0" err="1"/>
              <a:t>deepcopy</a:t>
            </a:r>
            <a:r>
              <a:rPr lang="en-IN" dirty="0"/>
              <a:t>(current)</a:t>
            </a:r>
          </a:p>
          <a:p>
            <a:r>
              <a:rPr lang="en-IN" dirty="0"/>
              <a:t>                </a:t>
            </a:r>
            <a:r>
              <a:rPr lang="en-IN" dirty="0" err="1"/>
              <a:t>next_state</a:t>
            </a:r>
            <a:r>
              <a:rPr lang="en-IN" dirty="0"/>
              <a:t>[</a:t>
            </a:r>
            <a:r>
              <a:rPr lang="en-IN" dirty="0" err="1"/>
              <a:t>blank_r</a:t>
            </a:r>
            <a:r>
              <a:rPr lang="en-IN" dirty="0"/>
              <a:t>][</a:t>
            </a:r>
            <a:r>
              <a:rPr lang="en-IN" dirty="0" err="1"/>
              <a:t>blank_c</a:t>
            </a:r>
            <a:r>
              <a:rPr lang="en-IN" dirty="0"/>
              <a:t>], </a:t>
            </a:r>
            <a:r>
              <a:rPr lang="en-IN" dirty="0" err="1"/>
              <a:t>next_state</a:t>
            </a:r>
            <a:r>
              <a:rPr lang="en-IN" dirty="0"/>
              <a:t>[nr][</a:t>
            </a:r>
            <a:r>
              <a:rPr lang="en-IN" dirty="0" err="1"/>
              <a:t>nc</a:t>
            </a:r>
            <a:r>
              <a:rPr lang="en-IN" dirty="0"/>
              <a:t>] = </a:t>
            </a:r>
            <a:r>
              <a:rPr lang="en-IN" dirty="0" err="1"/>
              <a:t>next_state</a:t>
            </a:r>
            <a:r>
              <a:rPr lang="en-IN" dirty="0"/>
              <a:t>[nr][</a:t>
            </a:r>
            <a:r>
              <a:rPr lang="en-IN" dirty="0" err="1"/>
              <a:t>nc</a:t>
            </a:r>
            <a:r>
              <a:rPr lang="en-IN" dirty="0"/>
              <a:t>], </a:t>
            </a:r>
            <a:r>
              <a:rPr lang="en-IN" dirty="0" err="1"/>
              <a:t>next_state</a:t>
            </a:r>
            <a:r>
              <a:rPr lang="en-IN" dirty="0"/>
              <a:t>[</a:t>
            </a:r>
            <a:r>
              <a:rPr lang="en-IN" dirty="0" err="1"/>
              <a:t>blank_r</a:t>
            </a:r>
            <a:r>
              <a:rPr lang="en-IN" dirty="0"/>
              <a:t>][</a:t>
            </a:r>
            <a:r>
              <a:rPr lang="en-IN" dirty="0" err="1"/>
              <a:t>blank_c</a:t>
            </a:r>
            <a:r>
              <a:rPr lang="en-IN" dirty="0"/>
              <a:t>]</a:t>
            </a:r>
          </a:p>
          <a:p>
            <a:r>
              <a:rPr lang="en-IN" dirty="0"/>
              <a:t>                if tuple(tuple(row) for row in </a:t>
            </a:r>
            <a:r>
              <a:rPr lang="en-IN" dirty="0" err="1"/>
              <a:t>next_state</a:t>
            </a:r>
            <a:r>
              <a:rPr lang="en-IN" dirty="0"/>
              <a:t>) not in closed:</a:t>
            </a:r>
          </a:p>
          <a:p>
            <a:r>
              <a:rPr lang="en-IN" dirty="0"/>
              <a:t>                    h = </a:t>
            </a:r>
            <a:r>
              <a:rPr lang="en-IN" dirty="0" err="1"/>
              <a:t>manhattan_distance</a:t>
            </a:r>
            <a:r>
              <a:rPr lang="en-IN" dirty="0"/>
              <a:t>(</a:t>
            </a:r>
            <a:r>
              <a:rPr lang="en-IN" dirty="0" err="1"/>
              <a:t>next_state</a:t>
            </a:r>
            <a:r>
              <a:rPr lang="en-IN" dirty="0"/>
              <a:t>, GOAL)</a:t>
            </a:r>
          </a:p>
          <a:p>
            <a:r>
              <a:rPr lang="en-IN" dirty="0"/>
              <a:t>                    </a:t>
            </a:r>
            <a:r>
              <a:rPr lang="en-IN" dirty="0" err="1"/>
              <a:t>heapq.heappush</a:t>
            </a:r>
            <a:r>
              <a:rPr lang="en-IN" dirty="0"/>
              <a:t>(</a:t>
            </a:r>
            <a:r>
              <a:rPr lang="en-IN" dirty="0" err="1"/>
              <a:t>open_list</a:t>
            </a:r>
            <a:r>
              <a:rPr lang="en-IN" dirty="0"/>
              <a:t>, (g+1+h, g+1, </a:t>
            </a:r>
            <a:r>
              <a:rPr lang="en-IN" dirty="0" err="1"/>
              <a:t>next_state</a:t>
            </a:r>
            <a:r>
              <a:rPr lang="en-IN" dirty="0"/>
              <a:t>, path + [move]))</a:t>
            </a:r>
          </a:p>
          <a:p>
            <a:r>
              <a:rPr lang="en-IN" dirty="0"/>
              <a:t>    </a:t>
            </a:r>
          </a:p>
          <a:p>
            <a:r>
              <a:rPr lang="en-IN" dirty="0"/>
              <a:t>    return None, </a:t>
            </a:r>
            <a:r>
              <a:rPr lang="en-IN" dirty="0" err="1"/>
              <a:t>len</a:t>
            </a:r>
            <a:r>
              <a:rPr lang="en-IN" dirty="0"/>
              <a:t>(closed)</a:t>
            </a:r>
          </a:p>
          <a:p>
            <a:endParaRPr lang="en-IN" dirty="0"/>
          </a:p>
          <a:p>
            <a:r>
              <a:rPr lang="en-IN" dirty="0"/>
              <a:t># </a:t>
            </a:r>
          </a:p>
        </p:txBody>
      </p:sp>
    </p:spTree>
    <p:extLst>
      <p:ext uri="{BB962C8B-B14F-4D97-AF65-F5344CB8AC3E}">
        <p14:creationId xmlns:p14="http://schemas.microsoft.com/office/powerpoint/2010/main" val="13960745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8A3289-5664-CFB1-3199-750F14D807FA}"/>
              </a:ext>
            </a:extLst>
          </p:cNvPr>
          <p:cNvSpPr txBox="1"/>
          <p:nvPr/>
        </p:nvSpPr>
        <p:spPr>
          <a:xfrm>
            <a:off x="3519950" y="612844"/>
            <a:ext cx="611566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# 2. INPUT + VALIDATION</a:t>
            </a:r>
          </a:p>
          <a:p>
            <a:r>
              <a:rPr lang="en-IN" dirty="0"/>
              <a:t>print("Enter START puzzle (0-8 exactly once):")</a:t>
            </a:r>
          </a:p>
          <a:p>
            <a:r>
              <a:rPr lang="en-IN" dirty="0" err="1"/>
              <a:t>a,b,c</a:t>
            </a:r>
            <a:r>
              <a:rPr lang="en-IN" dirty="0"/>
              <a:t> = map(int, input("Row 1: ").split())</a:t>
            </a:r>
          </a:p>
          <a:p>
            <a:r>
              <a:rPr lang="en-IN" dirty="0" err="1"/>
              <a:t>d,e,f</a:t>
            </a:r>
            <a:r>
              <a:rPr lang="en-IN" dirty="0"/>
              <a:t> = map(int, input("Row 2: ").split())</a:t>
            </a:r>
          </a:p>
          <a:p>
            <a:r>
              <a:rPr lang="en-IN" dirty="0" err="1"/>
              <a:t>g,h,i</a:t>
            </a:r>
            <a:r>
              <a:rPr lang="en-IN" dirty="0"/>
              <a:t> = map(int, input("Row 3: ").split())</a:t>
            </a:r>
          </a:p>
          <a:p>
            <a:r>
              <a:rPr lang="en-IN" dirty="0"/>
              <a:t>puzzle = [[</a:t>
            </a:r>
            <a:r>
              <a:rPr lang="en-IN" dirty="0" err="1"/>
              <a:t>a,b,c</a:t>
            </a:r>
            <a:r>
              <a:rPr lang="en-IN" dirty="0"/>
              <a:t>],[</a:t>
            </a:r>
            <a:r>
              <a:rPr lang="en-IN" dirty="0" err="1"/>
              <a:t>d,e,f</a:t>
            </a:r>
            <a:r>
              <a:rPr lang="en-IN" dirty="0"/>
              <a:t>],[</a:t>
            </a:r>
            <a:r>
              <a:rPr lang="en-IN" dirty="0" err="1"/>
              <a:t>g,h,i</a:t>
            </a:r>
            <a:r>
              <a:rPr lang="en-IN" dirty="0"/>
              <a:t>]]</a:t>
            </a:r>
          </a:p>
          <a:p>
            <a:endParaRPr lang="en-IN" dirty="0"/>
          </a:p>
          <a:p>
            <a:r>
              <a:rPr lang="en-IN" dirty="0"/>
              <a:t>print("Enter GOAL puzzle (0-8 exactly once):")</a:t>
            </a:r>
          </a:p>
          <a:p>
            <a:r>
              <a:rPr lang="en-IN" dirty="0" err="1"/>
              <a:t>j,k,l</a:t>
            </a:r>
            <a:r>
              <a:rPr lang="en-IN" dirty="0"/>
              <a:t> = map(int, input("Goal Row 1: ").split())</a:t>
            </a:r>
          </a:p>
          <a:p>
            <a:r>
              <a:rPr lang="en-IN" dirty="0" err="1"/>
              <a:t>m,n,o</a:t>
            </a:r>
            <a:r>
              <a:rPr lang="en-IN" dirty="0"/>
              <a:t> = map(int, input("Goal Row 2: ").split())</a:t>
            </a:r>
          </a:p>
          <a:p>
            <a:r>
              <a:rPr lang="en-IN" dirty="0" err="1"/>
              <a:t>p,q,r</a:t>
            </a:r>
            <a:r>
              <a:rPr lang="en-IN" dirty="0"/>
              <a:t> = map(int, input("Goal Row 3: ").split())</a:t>
            </a:r>
          </a:p>
          <a:p>
            <a:r>
              <a:rPr lang="en-IN" dirty="0"/>
              <a:t>GOAL = [[</a:t>
            </a:r>
            <a:r>
              <a:rPr lang="en-IN" dirty="0" err="1"/>
              <a:t>j,k,l</a:t>
            </a:r>
            <a:r>
              <a:rPr lang="en-IN" dirty="0"/>
              <a:t>],[</a:t>
            </a:r>
            <a:r>
              <a:rPr lang="en-IN" dirty="0" err="1"/>
              <a:t>m,n,o</a:t>
            </a:r>
            <a:r>
              <a:rPr lang="en-IN" dirty="0"/>
              <a:t>],[</a:t>
            </a:r>
            <a:r>
              <a:rPr lang="en-IN" dirty="0" err="1"/>
              <a:t>p,q,r</a:t>
            </a:r>
            <a:r>
              <a:rPr lang="en-IN" dirty="0"/>
              <a:t>]]</a:t>
            </a:r>
          </a:p>
          <a:p>
            <a:endParaRPr lang="en-IN" dirty="0"/>
          </a:p>
          <a:p>
            <a:r>
              <a:rPr lang="en-IN" dirty="0"/>
              <a:t># 3. VALIDATE</a:t>
            </a:r>
          </a:p>
          <a:p>
            <a:r>
              <a:rPr lang="en-IN" dirty="0"/>
              <a:t>if not </a:t>
            </a:r>
            <a:r>
              <a:rPr lang="en-IN" dirty="0" err="1"/>
              <a:t>is_valid_puzzle</a:t>
            </a:r>
            <a:r>
              <a:rPr lang="en-IN" dirty="0"/>
              <a:t>(puzzle) or not </a:t>
            </a:r>
            <a:r>
              <a:rPr lang="en-IN" dirty="0" err="1"/>
              <a:t>is_valid_puzzle</a:t>
            </a:r>
            <a:r>
              <a:rPr lang="en-IN" dirty="0"/>
              <a:t>(GOAL):</a:t>
            </a:r>
          </a:p>
          <a:p>
            <a:r>
              <a:rPr lang="en-IN" dirty="0"/>
              <a:t>    print(" Invalid puzzle(s)! Must contain 0-8 exactly once.")</a:t>
            </a:r>
          </a:p>
          <a:p>
            <a:r>
              <a:rPr lang="en-IN" dirty="0"/>
              <a:t>    exit()</a:t>
            </a:r>
          </a:p>
          <a:p>
            <a:endParaRPr lang="en-IN" dirty="0"/>
          </a:p>
          <a:p>
            <a:r>
              <a:rPr lang="en-IN" dirty="0"/>
              <a:t>print(f"\</a:t>
            </a:r>
            <a:r>
              <a:rPr lang="en-IN" dirty="0" err="1"/>
              <a:t>nStart</a:t>
            </a:r>
            <a:r>
              <a:rPr lang="en-IN" dirty="0"/>
              <a:t>:\n{puzzle}")</a:t>
            </a:r>
          </a:p>
          <a:p>
            <a:r>
              <a:rPr lang="en-IN" dirty="0"/>
              <a:t>print(</a:t>
            </a:r>
            <a:r>
              <a:rPr lang="en-IN" dirty="0" err="1"/>
              <a:t>f"Goal</a:t>
            </a:r>
            <a:r>
              <a:rPr lang="en-IN" dirty="0"/>
              <a:t>:\n{GOAL}")</a:t>
            </a:r>
          </a:p>
        </p:txBody>
      </p:sp>
    </p:spTree>
    <p:extLst>
      <p:ext uri="{BB962C8B-B14F-4D97-AF65-F5344CB8AC3E}">
        <p14:creationId xmlns:p14="http://schemas.microsoft.com/office/powerpoint/2010/main" val="2253129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4B3D127-63AC-5BED-8EB7-A8BF85920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153" y="572776"/>
            <a:ext cx="6163590" cy="57124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20843B6-CA21-0401-38FC-5C6046510D0A}"/>
              </a:ext>
            </a:extLst>
          </p:cNvPr>
          <p:cNvSpPr txBox="1"/>
          <p:nvPr/>
        </p:nvSpPr>
        <p:spPr>
          <a:xfrm>
            <a:off x="6853085" y="695998"/>
            <a:ext cx="611566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# Before solve_8puzzle():</a:t>
            </a:r>
          </a:p>
          <a:p>
            <a:r>
              <a:rPr lang="en-IN" dirty="0"/>
              <a:t>if not </a:t>
            </a:r>
            <a:r>
              <a:rPr lang="en-IN" dirty="0" err="1"/>
              <a:t>is_solvable</a:t>
            </a:r>
            <a:r>
              <a:rPr lang="en-IN" dirty="0"/>
              <a:t>(puzzle, GOAL):</a:t>
            </a:r>
          </a:p>
          <a:p>
            <a:r>
              <a:rPr lang="en-IN" dirty="0"/>
              <a:t>    print(" UNSOLVABLE - different parity spaces!")</a:t>
            </a:r>
          </a:p>
          <a:p>
            <a:r>
              <a:rPr lang="en-IN" dirty="0"/>
              <a:t>    exit()</a:t>
            </a:r>
          </a:p>
          <a:p>
            <a:r>
              <a:rPr lang="en-IN" dirty="0"/>
              <a:t>print("\</a:t>
            </a:r>
            <a:r>
              <a:rPr lang="en-IN" dirty="0" err="1"/>
              <a:t>nPress</a:t>
            </a:r>
            <a:r>
              <a:rPr lang="en-IN" dirty="0"/>
              <a:t> Enter to exit...")</a:t>
            </a:r>
          </a:p>
          <a:p>
            <a:r>
              <a:rPr lang="en-IN" dirty="0"/>
              <a:t>input() </a:t>
            </a:r>
          </a:p>
        </p:txBody>
      </p:sp>
    </p:spTree>
    <p:extLst>
      <p:ext uri="{BB962C8B-B14F-4D97-AF65-F5344CB8AC3E}">
        <p14:creationId xmlns:p14="http://schemas.microsoft.com/office/powerpoint/2010/main" val="34555878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ED23D3-CAC7-B374-B78B-6C02043F9CE0}"/>
              </a:ext>
            </a:extLst>
          </p:cNvPr>
          <p:cNvSpPr txBox="1"/>
          <p:nvPr/>
        </p:nvSpPr>
        <p:spPr>
          <a:xfrm>
            <a:off x="1474839" y="739694"/>
            <a:ext cx="6115664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b="1" i="0" dirty="0">
                <a:effectLst/>
                <a:latin typeface="pplxSerif"/>
              </a:rPr>
              <a:t>🎯 KEY FEATURES OF THIS CODE:</a:t>
            </a:r>
            <a:endParaRPr lang="en-IN" b="0" i="0" dirty="0">
              <a:effectLst/>
              <a:latin typeface="pplxSerif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b="0" i="0" dirty="0">
                <a:effectLst/>
                <a:latin typeface="inherit"/>
              </a:rPr>
              <a:t>✅ TEST CASE: 0 1 2, 3 4 5, 6 7 8 → 8 7 6, 5 4 3, 2 1 0</a:t>
            </a:r>
            <a:endParaRPr lang="en-IN" dirty="0">
              <a:latin typeface="inherit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b="0" i="0" dirty="0">
                <a:effectLst/>
                <a:latin typeface="inherit"/>
              </a:rPr>
              <a:t>✅ REVERSE GOAL hardcoded 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b="0" i="0" dirty="0">
                <a:effectLst/>
                <a:latin typeface="inherit"/>
              </a:rPr>
              <a:t>✅ DEMO runs first (auto)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b="0" i="0" dirty="0">
                <a:effectLst/>
                <a:latin typeface="inherit"/>
              </a:rPr>
              <a:t>✅ USER INPUT at end (interactive)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b="0" i="0" dirty="0">
                <a:effectLst/>
                <a:latin typeface="inherit"/>
              </a:rPr>
              <a:t>✅ Beginner-friendly comments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b="0" i="0" dirty="0">
                <a:effectLst/>
                <a:latin typeface="inherit"/>
              </a:rPr>
              <a:t>✅ Screenshot-perfect output</a:t>
            </a:r>
          </a:p>
          <a:p>
            <a:pPr algn="l">
              <a:buNone/>
            </a:pPr>
            <a:r>
              <a:rPr lang="en-IN" b="1" i="0" dirty="0">
                <a:effectLst/>
                <a:latin typeface="pplxSerif"/>
              </a:rPr>
              <a:t>📱 RUN IT: (in command prompt)</a:t>
            </a:r>
          </a:p>
          <a:p>
            <a:r>
              <a:rPr lang="en-US" dirty="0">
                <a:latin typeface="pplxSerif"/>
              </a:rPr>
              <a:t>cd Desktop</a:t>
            </a:r>
          </a:p>
          <a:p>
            <a:r>
              <a:rPr lang="en-US" dirty="0" err="1">
                <a:latin typeface="pplxSerif"/>
              </a:rPr>
              <a:t>py</a:t>
            </a:r>
            <a:r>
              <a:rPr lang="en-US" dirty="0">
                <a:latin typeface="pplxSerif"/>
              </a:rPr>
              <a:t> eight_puzzle.py</a:t>
            </a:r>
          </a:p>
          <a:p>
            <a:pPr algn="l">
              <a:buNone/>
            </a:pPr>
            <a:endParaRPr lang="en-IN" b="0" i="0" dirty="0">
              <a:effectLst/>
              <a:latin typeface="pplxSerif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F4AE5A-98E5-B65A-ABD5-661438C8FE8F}"/>
              </a:ext>
            </a:extLst>
          </p:cNvPr>
          <p:cNvSpPr txBox="1"/>
          <p:nvPr/>
        </p:nvSpPr>
        <p:spPr>
          <a:xfrm>
            <a:off x="6302478" y="2255710"/>
            <a:ext cx="56633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b="1" i="0" dirty="0">
                <a:effectLst/>
                <a:latin typeface="pplxSerif"/>
              </a:rPr>
              <a:t>💻 Python Libraries Used</a:t>
            </a:r>
            <a:endParaRPr lang="en-IN" dirty="0">
              <a:latin typeface="pplxSansMono"/>
            </a:endParaRPr>
          </a:p>
          <a:p>
            <a:pPr algn="l">
              <a:buNone/>
            </a:pPr>
            <a:r>
              <a:rPr lang="en-IN" b="0" i="0" dirty="0" err="1">
                <a:effectLst/>
                <a:latin typeface="inherit"/>
              </a:rPr>
              <a:t>heapq</a:t>
            </a:r>
            <a:r>
              <a:rPr lang="en-IN" b="0" i="0" dirty="0">
                <a:effectLst/>
                <a:latin typeface="inherit"/>
              </a:rPr>
              <a:t>        → Priority queue operations</a:t>
            </a:r>
          </a:p>
          <a:p>
            <a:pPr algn="l">
              <a:buNone/>
            </a:pPr>
            <a:r>
              <a:rPr lang="en-IN" b="0" i="0" dirty="0">
                <a:effectLst/>
                <a:latin typeface="inherit"/>
              </a:rPr>
              <a:t>copy         → Deep copying puzzle states</a:t>
            </a:r>
          </a:p>
          <a:p>
            <a:pPr algn="l">
              <a:buNone/>
            </a:pPr>
            <a:r>
              <a:rPr lang="en-IN" b="0" i="0" dirty="0">
                <a:effectLst/>
                <a:latin typeface="inherit"/>
              </a:rPr>
              <a:t>tuples       → </a:t>
            </a:r>
            <a:r>
              <a:rPr lang="en-IN" b="0" i="0" dirty="0" err="1">
                <a:effectLst/>
                <a:latin typeface="inherit"/>
              </a:rPr>
              <a:t>Hashable</a:t>
            </a:r>
            <a:r>
              <a:rPr lang="en-IN" b="0" i="0" dirty="0">
                <a:effectLst/>
                <a:latin typeface="inherit"/>
              </a:rPr>
              <a:t> state representation</a:t>
            </a:r>
            <a:endParaRPr lang="en-IN" b="0" i="0" dirty="0">
              <a:effectLst/>
              <a:latin typeface="pplxSansMono"/>
            </a:endParaRPr>
          </a:p>
        </p:txBody>
      </p:sp>
    </p:spTree>
    <p:extLst>
      <p:ext uri="{BB962C8B-B14F-4D97-AF65-F5344CB8AC3E}">
        <p14:creationId xmlns:p14="http://schemas.microsoft.com/office/powerpoint/2010/main" val="15023665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30D99A-831C-FC94-AEF1-4C51562D6BB6}"/>
              </a:ext>
            </a:extLst>
          </p:cNvPr>
          <p:cNvSpPr txBox="1"/>
          <p:nvPr/>
        </p:nvSpPr>
        <p:spPr>
          <a:xfrm>
            <a:off x="1101212" y="0"/>
            <a:ext cx="58206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In command prompt</a:t>
            </a:r>
            <a:endParaRPr lang="en-IN" sz="2400" b="1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2DB84F-E7CE-CEF7-015D-63B122BB3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361" y="589483"/>
            <a:ext cx="8922683" cy="556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754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FD019B-8F48-F636-9757-6B61FF1490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575" y="843115"/>
            <a:ext cx="9635612" cy="517176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545CB95-247B-72C2-6C15-4B00AA2B1050}"/>
              </a:ext>
            </a:extLst>
          </p:cNvPr>
          <p:cNvSpPr txBox="1"/>
          <p:nvPr/>
        </p:nvSpPr>
        <p:spPr>
          <a:xfrm>
            <a:off x="1101214" y="88490"/>
            <a:ext cx="61451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In python IDLE(3.14</a:t>
            </a: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24671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F168EE-74A7-B948-0A2F-76953BEA7DC8}"/>
              </a:ext>
            </a:extLst>
          </p:cNvPr>
          <p:cNvSpPr txBox="1"/>
          <p:nvPr/>
        </p:nvSpPr>
        <p:spPr>
          <a:xfrm>
            <a:off x="914400" y="142793"/>
            <a:ext cx="38640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In google </a:t>
            </a:r>
            <a:r>
              <a:rPr lang="en-US" sz="2400" b="1" u="sng" dirty="0" err="1"/>
              <a:t>colab</a:t>
            </a:r>
            <a:endParaRPr lang="en-IN" sz="2400" b="1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74BCD2-28A0-9A6F-308C-EC98B2B51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7010" y="1042670"/>
            <a:ext cx="5508059" cy="46260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C97E47A-9C9D-C2E9-894B-E7E340FA38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931" y="1042671"/>
            <a:ext cx="5143583" cy="4626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4374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2015CC-288B-7AF8-4805-6CCC0015144F}"/>
              </a:ext>
            </a:extLst>
          </p:cNvPr>
          <p:cNvSpPr txBox="1"/>
          <p:nvPr/>
        </p:nvSpPr>
        <p:spPr>
          <a:xfrm>
            <a:off x="1356851" y="1100614"/>
            <a:ext cx="532908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b="1" i="0" dirty="0">
                <a:effectLst/>
                <a:latin typeface="pplxSerif"/>
              </a:rPr>
              <a:t> </a:t>
            </a:r>
            <a:r>
              <a:rPr lang="en-IN" b="1" i="0" u="sng" dirty="0">
                <a:effectLst/>
                <a:latin typeface="pplxSerif"/>
              </a:rPr>
              <a:t>LEARNING OUTCOMES </a:t>
            </a:r>
          </a:p>
          <a:p>
            <a:pPr algn="l">
              <a:buNone/>
            </a:pPr>
            <a:r>
              <a:rPr lang="en-IN" b="1" i="0" dirty="0">
                <a:effectLst/>
                <a:latin typeface="pplxSerif"/>
              </a:rPr>
              <a:t>🎓 Technical Skills Gained</a:t>
            </a:r>
            <a:endParaRPr lang="en-IN" b="0" i="0" dirty="0">
              <a:effectLst/>
              <a:latin typeface="pplxSerif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b="0" i="0" dirty="0">
                <a:effectLst/>
                <a:latin typeface="inherit"/>
              </a:rPr>
              <a:t>✅ 2D Lists &amp; Nested Data Structure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b="0" i="0" dirty="0">
                <a:effectLst/>
                <a:latin typeface="inherit"/>
              </a:rPr>
              <a:t>✅ Priority Queues (</a:t>
            </a:r>
            <a:r>
              <a:rPr lang="en-IN" b="0" i="0" dirty="0" err="1">
                <a:effectLst/>
                <a:latin typeface="inherit"/>
              </a:rPr>
              <a:t>heapq</a:t>
            </a:r>
            <a:r>
              <a:rPr lang="en-IN" b="0" i="0" dirty="0">
                <a:effectLst/>
                <a:latin typeface="inherit"/>
              </a:rPr>
              <a:t> module)</a:t>
            </a:r>
            <a:endParaRPr lang="en-IN" dirty="0">
              <a:latin typeface="inherit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b="0" i="0" dirty="0">
                <a:effectLst/>
                <a:latin typeface="inherit"/>
              </a:rPr>
              <a:t>✅ Heuristic Search Algorithms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b="0" i="0" dirty="0">
                <a:effectLst/>
                <a:latin typeface="inherit"/>
              </a:rPr>
              <a:t>✅ State Space Exploration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b="0" i="0" dirty="0">
                <a:effectLst/>
                <a:latin typeface="inherit"/>
              </a:rPr>
              <a:t>✅ Optimal Pathfinding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b="0" i="0" dirty="0">
                <a:effectLst/>
                <a:latin typeface="inherit"/>
              </a:rPr>
              <a:t>✅ Memory Optimization (visited set)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IN" dirty="0">
                <a:latin typeface="inherit"/>
              </a:rPr>
              <a:t>✅Using ai prompts</a:t>
            </a:r>
            <a:endParaRPr lang="en-IN" b="0" i="0" dirty="0">
              <a:effectLst/>
              <a:latin typeface="inherit"/>
            </a:endParaRPr>
          </a:p>
          <a:p>
            <a:pPr algn="l">
              <a:buNone/>
            </a:pPr>
            <a:endParaRPr lang="en-IN" b="0" i="0" dirty="0">
              <a:effectLst/>
              <a:latin typeface="pplxSerif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FB421C-0F00-C3CD-02E7-6619C18560B4}"/>
              </a:ext>
            </a:extLst>
          </p:cNvPr>
          <p:cNvSpPr txBox="1"/>
          <p:nvPr/>
        </p:nvSpPr>
        <p:spPr>
          <a:xfrm>
            <a:off x="5496232" y="1503091"/>
            <a:ext cx="611566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b="1" i="0" dirty="0">
                <a:effectLst/>
                <a:latin typeface="pplxSerif"/>
              </a:rPr>
              <a:t>🤔 </a:t>
            </a:r>
            <a:r>
              <a:rPr lang="en-IN" b="1" i="0" u="sng" dirty="0">
                <a:effectLst/>
                <a:latin typeface="pplxSerif"/>
              </a:rPr>
              <a:t>Key Concepts </a:t>
            </a:r>
            <a:endParaRPr lang="en-IN" b="0" i="0" u="sng" dirty="0">
              <a:effectLst/>
              <a:latin typeface="pplxSerif"/>
            </a:endParaRPr>
          </a:p>
          <a:p>
            <a:pPr algn="l">
              <a:buFont typeface="+mj-lt"/>
              <a:buAutoNum type="arabicPeriod"/>
            </a:pPr>
            <a:r>
              <a:rPr lang="en-IN" b="1" i="0" dirty="0">
                <a:effectLst/>
                <a:latin typeface="pplxSerif"/>
              </a:rPr>
              <a:t>Admissible Heuristic</a:t>
            </a:r>
            <a:r>
              <a:rPr lang="en-IN" b="0" i="0" dirty="0">
                <a:effectLst/>
                <a:latin typeface="pplxSerif"/>
              </a:rPr>
              <a:t> → Guarantees optimal solution</a:t>
            </a:r>
          </a:p>
          <a:p>
            <a:pPr algn="l">
              <a:buFont typeface="+mj-lt"/>
              <a:buAutoNum type="arabicPeriod"/>
            </a:pPr>
            <a:r>
              <a:rPr lang="en-IN" b="1" i="0" dirty="0">
                <a:effectLst/>
                <a:latin typeface="pplxSerif"/>
              </a:rPr>
              <a:t>Consistent Heuristic</a:t>
            </a:r>
            <a:r>
              <a:rPr lang="en-IN" b="0" i="0" dirty="0">
                <a:effectLst/>
                <a:latin typeface="pplxSerif"/>
              </a:rPr>
              <a:t> → Monotonic cost function</a:t>
            </a:r>
          </a:p>
          <a:p>
            <a:pPr algn="l">
              <a:buFont typeface="+mj-lt"/>
              <a:buAutoNum type="arabicPeriod"/>
            </a:pPr>
            <a:r>
              <a:rPr lang="en-IN" b="1" i="0" dirty="0">
                <a:effectLst/>
                <a:latin typeface="pplxSerif"/>
              </a:rPr>
              <a:t>State Representation</a:t>
            </a:r>
            <a:r>
              <a:rPr lang="en-IN" b="0" i="0" dirty="0">
                <a:effectLst/>
                <a:latin typeface="pplxSerif"/>
              </a:rPr>
              <a:t> → Efficient puzzle encoding</a:t>
            </a:r>
          </a:p>
          <a:p>
            <a:pPr algn="l">
              <a:buFont typeface="+mj-lt"/>
              <a:buAutoNum type="arabicPeriod"/>
            </a:pPr>
            <a:r>
              <a:rPr lang="en-IN" b="1" i="0" dirty="0">
                <a:effectLst/>
                <a:latin typeface="pplxSerif"/>
              </a:rPr>
              <a:t>Cycle Detection</a:t>
            </a:r>
            <a:r>
              <a:rPr lang="en-IN" b="0" i="0" dirty="0">
                <a:effectLst/>
                <a:latin typeface="pplxSerif"/>
              </a:rPr>
              <a:t> → Avoid infinite loops</a:t>
            </a:r>
          </a:p>
        </p:txBody>
      </p:sp>
    </p:spTree>
    <p:extLst>
      <p:ext uri="{BB962C8B-B14F-4D97-AF65-F5344CB8AC3E}">
        <p14:creationId xmlns:p14="http://schemas.microsoft.com/office/powerpoint/2010/main" val="11107621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4A763F-54A4-52C6-930D-6BED40743A38}"/>
              </a:ext>
            </a:extLst>
          </p:cNvPr>
          <p:cNvSpPr txBox="1"/>
          <p:nvPr/>
        </p:nvSpPr>
        <p:spPr>
          <a:xfrm>
            <a:off x="3519948" y="3075057"/>
            <a:ext cx="70792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u="sng" dirty="0">
                <a:latin typeface="Algerian" panose="04020705040A02060702" pitchFamily="82" charset="0"/>
              </a:rPr>
              <a:t>Thank you</a:t>
            </a:r>
            <a:endParaRPr lang="en-IN" sz="4000" b="1" u="sng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9280063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EDEBE7"/>
      </a:lt2>
      <a:accent1>
        <a:srgbClr val="5FA534"/>
      </a:accent1>
      <a:accent2>
        <a:srgbClr val="DCAB34"/>
      </a:accent2>
      <a:accent3>
        <a:srgbClr val="D26D23"/>
      </a:accent3>
      <a:accent4>
        <a:srgbClr val="972323"/>
      </a:accent4>
      <a:accent5>
        <a:srgbClr val="236797"/>
      </a:accent5>
      <a:accent6>
        <a:srgbClr val="2FB6C6"/>
      </a:accent6>
      <a:hlink>
        <a:srgbClr val="8FC639"/>
      </a:hlink>
      <a:folHlink>
        <a:srgbClr val="E7C272"/>
      </a:folHlink>
    </a:clrScheme>
    <a:fontScheme name="Gallery">
      <a:majorFont>
        <a:latin typeface="Palatino Linotype" panose="020405020505050303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AC464412-510E-4F2B-8947-A0DDBD02899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145</TotalTime>
  <Words>4872</Words>
  <Application>Microsoft Office PowerPoint</Application>
  <PresentationFormat>Widescreen</PresentationFormat>
  <Paragraphs>523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Algerian</vt:lpstr>
      <vt:lpstr>Aptos</vt:lpstr>
      <vt:lpstr>Arial</vt:lpstr>
      <vt:lpstr>inherit</vt:lpstr>
      <vt:lpstr>Palatino Linotype</vt:lpstr>
      <vt:lpstr>pplxSansMono</vt:lpstr>
      <vt:lpstr>pplxSerif</vt:lpstr>
      <vt:lpstr>Gallery</vt:lpstr>
      <vt:lpstr>     🎓 8-PUZZLE SOLVER PROJECT REPORT (ARTIFICIAL INTELLIGENCE)    KUNAL SHARMA  BRANCH :CSE CORE  Enrollment: 25BCE11303 (1st Year) VIT Bhopal University 22 March 2026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Kunal Sharma</dc:creator>
  <cp:lastModifiedBy>Kunal Sharma</cp:lastModifiedBy>
  <cp:revision>1</cp:revision>
  <dcterms:created xsi:type="dcterms:W3CDTF">2026-03-22T14:01:55Z</dcterms:created>
  <dcterms:modified xsi:type="dcterms:W3CDTF">2026-03-26T10:29:15Z</dcterms:modified>
</cp:coreProperties>
</file>